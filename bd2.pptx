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9"/>
  </p:notesMasterIdLst>
  <p:sldIdLst>
    <p:sldId id="278" r:id="rId2"/>
    <p:sldId id="280" r:id="rId3"/>
    <p:sldId id="258" r:id="rId4"/>
    <p:sldId id="285" r:id="rId5"/>
    <p:sldId id="260" r:id="rId6"/>
    <p:sldId id="284" r:id="rId7"/>
    <p:sldId id="261" r:id="rId8"/>
    <p:sldId id="271" r:id="rId9"/>
    <p:sldId id="274" r:id="rId10"/>
    <p:sldId id="272" r:id="rId11"/>
    <p:sldId id="276" r:id="rId12"/>
    <p:sldId id="262" r:id="rId13"/>
    <p:sldId id="263" r:id="rId14"/>
    <p:sldId id="286" r:id="rId15"/>
    <p:sldId id="265" r:id="rId16"/>
    <p:sldId id="266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47B"/>
    <a:srgbClr val="313564"/>
    <a:srgbClr val="1E428D"/>
    <a:srgbClr val="202076"/>
    <a:srgbClr val="172B76"/>
    <a:srgbClr val="345793"/>
    <a:srgbClr val="2F5290"/>
    <a:srgbClr val="294E8E"/>
    <a:srgbClr val="25488A"/>
    <a:srgbClr val="0E1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E1C7F-BDA4-4473-A135-77583C6B7A59}" v="108" dt="2025-07-25T10:56:23.842"/>
  </p1510:revLst>
</p1510:revInfo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Stile medio 3 - Color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60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stantino Paciello" userId="174852e6571a86ee" providerId="LiveId" clId="{C67E1C7F-BDA4-4473-A135-77583C6B7A59}"/>
    <pc:docChg chg="undo custSel addSld delSld modSld sldOrd">
      <pc:chgData name="Costantino Paciello" userId="174852e6571a86ee" providerId="LiveId" clId="{C67E1C7F-BDA4-4473-A135-77583C6B7A59}" dt="2025-07-25T10:56:54.081" v="504" actId="6549"/>
      <pc:docMkLst>
        <pc:docMk/>
      </pc:docMkLst>
      <pc:sldChg chg="modSp mod">
        <pc:chgData name="Costantino Paciello" userId="174852e6571a86ee" providerId="LiveId" clId="{C67E1C7F-BDA4-4473-A135-77583C6B7A59}" dt="2025-07-25T10:42:14.145" v="466" actId="1076"/>
        <pc:sldMkLst>
          <pc:docMk/>
          <pc:sldMk cId="2765060674" sldId="258"/>
        </pc:sldMkLst>
        <pc:spChg chg="mod">
          <ac:chgData name="Costantino Paciello" userId="174852e6571a86ee" providerId="LiveId" clId="{C67E1C7F-BDA4-4473-A135-77583C6B7A59}" dt="2025-07-25T10:42:14.145" v="466" actId="1076"/>
          <ac:spMkLst>
            <pc:docMk/>
            <pc:sldMk cId="2765060674" sldId="258"/>
            <ac:spMk id="3" creationId="{4B2C09D4-5616-CFD8-23A4-B332BA4C81A9}"/>
          </ac:spMkLst>
        </pc:spChg>
      </pc:sldChg>
      <pc:sldChg chg="addSp modSp del mod">
        <pc:chgData name="Costantino Paciello" userId="174852e6571a86ee" providerId="LiveId" clId="{C67E1C7F-BDA4-4473-A135-77583C6B7A59}" dt="2025-07-25T10:20:13.898" v="138" actId="2696"/>
        <pc:sldMkLst>
          <pc:docMk/>
          <pc:sldMk cId="1112647518" sldId="259"/>
        </pc:sldMkLst>
        <pc:spChg chg="mod">
          <ac:chgData name="Costantino Paciello" userId="174852e6571a86ee" providerId="LiveId" clId="{C67E1C7F-BDA4-4473-A135-77583C6B7A59}" dt="2025-07-25T10:19:42.759" v="131" actId="20577"/>
          <ac:spMkLst>
            <pc:docMk/>
            <pc:sldMk cId="1112647518" sldId="259"/>
            <ac:spMk id="10" creationId="{8FED4E1E-905F-D2E0-2A19-EC2548221757}"/>
          </ac:spMkLst>
        </pc:spChg>
        <pc:graphicFrameChg chg="add mod modGraphic">
          <ac:chgData name="Costantino Paciello" userId="174852e6571a86ee" providerId="LiveId" clId="{C67E1C7F-BDA4-4473-A135-77583C6B7A59}" dt="2025-07-25T10:11:49.656" v="40" actId="1076"/>
          <ac:graphicFrameMkLst>
            <pc:docMk/>
            <pc:sldMk cId="1112647518" sldId="259"/>
            <ac:graphicFrameMk id="3" creationId="{2ADA2D67-851D-9F04-5160-C2C347C75104}"/>
          </ac:graphicFrameMkLst>
        </pc:graphicFrameChg>
      </pc:sldChg>
      <pc:sldChg chg="addSp modSp mod">
        <pc:chgData name="Costantino Paciello" userId="174852e6571a86ee" providerId="LiveId" clId="{C67E1C7F-BDA4-4473-A135-77583C6B7A59}" dt="2025-07-25T10:07:29.585" v="14" actId="1076"/>
        <pc:sldMkLst>
          <pc:docMk/>
          <pc:sldMk cId="3396138015" sldId="260"/>
        </pc:sldMkLst>
        <pc:graphicFrameChg chg="mod">
          <ac:chgData name="Costantino Paciello" userId="174852e6571a86ee" providerId="LiveId" clId="{C67E1C7F-BDA4-4473-A135-77583C6B7A59}" dt="2025-07-25T10:07:14.332" v="11" actId="1076"/>
          <ac:graphicFrameMkLst>
            <pc:docMk/>
            <pc:sldMk cId="3396138015" sldId="260"/>
            <ac:graphicFrameMk id="6" creationId="{B1BFA723-7B40-EE4F-C56B-3E64B8C55114}"/>
          </ac:graphicFrameMkLst>
        </pc:graphicFrameChg>
        <pc:picChg chg="add mod">
          <ac:chgData name="Costantino Paciello" userId="174852e6571a86ee" providerId="LiveId" clId="{C67E1C7F-BDA4-4473-A135-77583C6B7A59}" dt="2025-07-25T10:07:29.585" v="14" actId="1076"/>
          <ac:picMkLst>
            <pc:docMk/>
            <pc:sldMk cId="3396138015" sldId="260"/>
            <ac:picMk id="4" creationId="{DC81FDD5-7B83-6D7B-472C-06B378F4CD7D}"/>
          </ac:picMkLst>
        </pc:picChg>
      </pc:sldChg>
      <pc:sldChg chg="modSp mod">
        <pc:chgData name="Costantino Paciello" userId="174852e6571a86ee" providerId="LiveId" clId="{C67E1C7F-BDA4-4473-A135-77583C6B7A59}" dt="2025-07-25T10:56:54.081" v="504" actId="6549"/>
        <pc:sldMkLst>
          <pc:docMk/>
          <pc:sldMk cId="3349667427" sldId="265"/>
        </pc:sldMkLst>
        <pc:graphicFrameChg chg="mod modGraphic">
          <ac:chgData name="Costantino Paciello" userId="174852e6571a86ee" providerId="LiveId" clId="{C67E1C7F-BDA4-4473-A135-77583C6B7A59}" dt="2025-07-25T10:56:54.081" v="504" actId="6549"/>
          <ac:graphicFrameMkLst>
            <pc:docMk/>
            <pc:sldMk cId="3349667427" sldId="265"/>
            <ac:graphicFrameMk id="4" creationId="{C176718B-EFD2-DC37-19FF-C43D84695A0A}"/>
          </ac:graphicFrameMkLst>
        </pc:graphicFrameChg>
      </pc:sldChg>
      <pc:sldChg chg="addSp modSp del">
        <pc:chgData name="Costantino Paciello" userId="174852e6571a86ee" providerId="LiveId" clId="{C67E1C7F-BDA4-4473-A135-77583C6B7A59}" dt="2025-07-25T10:36:22.008" v="428" actId="47"/>
        <pc:sldMkLst>
          <pc:docMk/>
          <pc:sldMk cId="673057437" sldId="269"/>
        </pc:sldMkLst>
        <pc:spChg chg="add mod">
          <ac:chgData name="Costantino Paciello" userId="174852e6571a86ee" providerId="LiveId" clId="{C67E1C7F-BDA4-4473-A135-77583C6B7A59}" dt="2025-07-25T10:32:45.549" v="395"/>
          <ac:spMkLst>
            <pc:docMk/>
            <pc:sldMk cId="673057437" sldId="269"/>
            <ac:spMk id="8" creationId="{6C17CAD9-A0BE-7331-FBEE-4028F86A655E}"/>
          </ac:spMkLst>
        </pc:spChg>
      </pc:sldChg>
      <pc:sldChg chg="modAnim">
        <pc:chgData name="Costantino Paciello" userId="174852e6571a86ee" providerId="LiveId" clId="{C67E1C7F-BDA4-4473-A135-77583C6B7A59}" dt="2025-07-25T10:36:28.852" v="429"/>
        <pc:sldMkLst>
          <pc:docMk/>
          <pc:sldMk cId="851845723" sldId="278"/>
        </pc:sldMkLst>
      </pc:sldChg>
      <pc:sldChg chg="addSp delSp modSp del mod delDesignElem chgLayout">
        <pc:chgData name="Costantino Paciello" userId="174852e6571a86ee" providerId="LiveId" clId="{C67E1C7F-BDA4-4473-A135-77583C6B7A59}" dt="2025-07-25T10:41:20.937" v="463" actId="2696"/>
        <pc:sldMkLst>
          <pc:docMk/>
          <pc:sldMk cId="664024483" sldId="283"/>
        </pc:sldMkLst>
        <pc:spChg chg="add del mod ord">
          <ac:chgData name="Costantino Paciello" userId="174852e6571a86ee" providerId="LiveId" clId="{C67E1C7F-BDA4-4473-A135-77583C6B7A59}" dt="2025-07-25T10:38:43.997" v="433" actId="700"/>
          <ac:spMkLst>
            <pc:docMk/>
            <pc:sldMk cId="664024483" sldId="283"/>
            <ac:spMk id="2" creationId="{C4388107-20CF-83DA-F696-B25F074C6E97}"/>
          </ac:spMkLst>
        </pc:spChg>
        <pc:spChg chg="add del mod ord">
          <ac:chgData name="Costantino Paciello" userId="174852e6571a86ee" providerId="LiveId" clId="{C67E1C7F-BDA4-4473-A135-77583C6B7A59}" dt="2025-07-25T10:38:43.997" v="433" actId="700"/>
          <ac:spMkLst>
            <pc:docMk/>
            <pc:sldMk cId="664024483" sldId="283"/>
            <ac:spMk id="3" creationId="{E3D31A20-5BE5-742E-5739-51B3D47AF76F}"/>
          </ac:spMkLst>
        </pc:spChg>
        <pc:spChg chg="add del mod ord">
          <ac:chgData name="Costantino Paciello" userId="174852e6571a86ee" providerId="LiveId" clId="{C67E1C7F-BDA4-4473-A135-77583C6B7A59}" dt="2025-07-25T10:38:43.457" v="432" actId="700"/>
          <ac:spMkLst>
            <pc:docMk/>
            <pc:sldMk cId="664024483" sldId="283"/>
            <ac:spMk id="4" creationId="{43B18D18-A44E-008E-C42E-9B62465D7690}"/>
          </ac:spMkLst>
        </pc:spChg>
        <pc:spChg chg="add del mod ord">
          <ac:chgData name="Costantino Paciello" userId="174852e6571a86ee" providerId="LiveId" clId="{C67E1C7F-BDA4-4473-A135-77583C6B7A59}" dt="2025-07-25T10:38:43.457" v="432" actId="700"/>
          <ac:spMkLst>
            <pc:docMk/>
            <pc:sldMk cId="664024483" sldId="283"/>
            <ac:spMk id="5" creationId="{62A80665-97AA-8DCE-4EBF-E0BCFA853CDC}"/>
          </ac:spMkLst>
        </pc:spChg>
        <pc:spChg chg="add del mod ord">
          <ac:chgData name="Costantino Paciello" userId="174852e6571a86ee" providerId="LiveId" clId="{C67E1C7F-BDA4-4473-A135-77583C6B7A59}" dt="2025-07-25T10:39:05.223" v="437" actId="700"/>
          <ac:spMkLst>
            <pc:docMk/>
            <pc:sldMk cId="664024483" sldId="283"/>
            <ac:spMk id="6" creationId="{888F0E95-0E69-151B-8510-D9AB5565C02D}"/>
          </ac:spMkLst>
        </pc:spChg>
        <pc:spChg chg="add del mod ord">
          <ac:chgData name="Costantino Paciello" userId="174852e6571a86ee" providerId="LiveId" clId="{C67E1C7F-BDA4-4473-A135-77583C6B7A59}" dt="2025-07-25T10:39:05.223" v="437" actId="700"/>
          <ac:spMkLst>
            <pc:docMk/>
            <pc:sldMk cId="664024483" sldId="283"/>
            <ac:spMk id="7" creationId="{74D7BD28-6CD4-0438-960E-AEE218CB77F6}"/>
          </ac:spMkLst>
        </pc:spChg>
        <pc:spChg chg="add del mod ord">
          <ac:chgData name="Costantino Paciello" userId="174852e6571a86ee" providerId="LiveId" clId="{C67E1C7F-BDA4-4473-A135-77583C6B7A59}" dt="2025-07-25T10:39:04.557" v="436" actId="700"/>
          <ac:spMkLst>
            <pc:docMk/>
            <pc:sldMk cId="664024483" sldId="283"/>
            <ac:spMk id="8" creationId="{C4091C76-6562-7170-627F-36423C5F71E8}"/>
          </ac:spMkLst>
        </pc:spChg>
        <pc:spChg chg="add del">
          <ac:chgData name="Costantino Paciello" userId="174852e6571a86ee" providerId="LiveId" clId="{C67E1C7F-BDA4-4473-A135-77583C6B7A59}" dt="2025-07-25T10:39:28.958" v="440" actId="700"/>
          <ac:spMkLst>
            <pc:docMk/>
            <pc:sldMk cId="664024483" sldId="283"/>
            <ac:spMk id="9" creationId="{1C068ED5-B772-F7B1-2504-400D6DCE8111}"/>
          </ac:spMkLst>
        </pc:spChg>
        <pc:spChg chg="add del mod ord">
          <ac:chgData name="Costantino Paciello" userId="174852e6571a86ee" providerId="LiveId" clId="{C67E1C7F-BDA4-4473-A135-77583C6B7A59}" dt="2025-07-25T10:39:04.557" v="436" actId="700"/>
          <ac:spMkLst>
            <pc:docMk/>
            <pc:sldMk cId="664024483" sldId="283"/>
            <ac:spMk id="10" creationId="{A894B8D9-26FE-6825-8B25-E67BDEB8E271}"/>
          </ac:spMkLst>
        </pc:spChg>
        <pc:spChg chg="add del">
          <ac:chgData name="Costantino Paciello" userId="174852e6571a86ee" providerId="LiveId" clId="{C67E1C7F-BDA4-4473-A135-77583C6B7A59}" dt="2025-07-25T10:39:28.958" v="440" actId="700"/>
          <ac:spMkLst>
            <pc:docMk/>
            <pc:sldMk cId="664024483" sldId="283"/>
            <ac:spMk id="11" creationId="{849D3DB7-BD57-5DA2-CC36-A4618F241C2D}"/>
          </ac:spMkLst>
        </pc:spChg>
        <pc:spChg chg="add del mod ord">
          <ac:chgData name="Costantino Paciello" userId="174852e6571a86ee" providerId="LiveId" clId="{C67E1C7F-BDA4-4473-A135-77583C6B7A59}" dt="2025-07-25T10:39:28.958" v="440" actId="700"/>
          <ac:spMkLst>
            <pc:docMk/>
            <pc:sldMk cId="664024483" sldId="283"/>
            <ac:spMk id="12" creationId="{28B6FF23-9DEB-1717-D9BC-2A18C0727A1D}"/>
          </ac:spMkLst>
        </pc:spChg>
        <pc:spChg chg="add del">
          <ac:chgData name="Costantino Paciello" userId="174852e6571a86ee" providerId="LiveId" clId="{C67E1C7F-BDA4-4473-A135-77583C6B7A59}" dt="2025-07-25T10:39:28.958" v="440" actId="700"/>
          <ac:spMkLst>
            <pc:docMk/>
            <pc:sldMk cId="664024483" sldId="283"/>
            <ac:spMk id="13" creationId="{49646282-AA00-C9F7-73C7-B50E9F4B5FE4}"/>
          </ac:spMkLst>
        </pc:spChg>
        <pc:spChg chg="add del mod ord">
          <ac:chgData name="Costantino Paciello" userId="174852e6571a86ee" providerId="LiveId" clId="{C67E1C7F-BDA4-4473-A135-77583C6B7A59}" dt="2025-07-25T10:39:28.958" v="440" actId="700"/>
          <ac:spMkLst>
            <pc:docMk/>
            <pc:sldMk cId="664024483" sldId="283"/>
            <ac:spMk id="14" creationId="{D887301A-2D36-4B79-54BF-DFC0D68E4885}"/>
          </ac:spMkLst>
        </pc:spChg>
        <pc:spChg chg="mod">
          <ac:chgData name="Costantino Paciello" userId="174852e6571a86ee" providerId="LiveId" clId="{C67E1C7F-BDA4-4473-A135-77583C6B7A59}" dt="2025-07-25T10:39:29.595" v="441" actId="207"/>
          <ac:spMkLst>
            <pc:docMk/>
            <pc:sldMk cId="664024483" sldId="283"/>
            <ac:spMk id="17" creationId="{72C8058B-2DE1-038A-5CEA-7B171264ED18}"/>
          </ac:spMkLst>
        </pc:spChg>
        <pc:spChg chg="mod">
          <ac:chgData name="Costantino Paciello" userId="174852e6571a86ee" providerId="LiveId" clId="{C67E1C7F-BDA4-4473-A135-77583C6B7A59}" dt="2025-07-25T10:39:29.595" v="441" actId="207"/>
          <ac:spMkLst>
            <pc:docMk/>
            <pc:sldMk cId="664024483" sldId="283"/>
            <ac:spMk id="20" creationId="{91B030BB-8D5E-214D-6758-615ACBF3A601}"/>
          </ac:spMkLst>
        </pc:spChg>
        <pc:spChg chg="mod">
          <ac:chgData name="Costantino Paciello" userId="174852e6571a86ee" providerId="LiveId" clId="{C67E1C7F-BDA4-4473-A135-77583C6B7A59}" dt="2025-07-25T10:39:29.595" v="441" actId="207"/>
          <ac:spMkLst>
            <pc:docMk/>
            <pc:sldMk cId="664024483" sldId="283"/>
            <ac:spMk id="21" creationId="{5C326CA7-D4DE-9AC9-C86D-6BAE870BD802}"/>
          </ac:spMkLst>
        </pc:spChg>
      </pc:sldChg>
      <pc:sldChg chg="addSp delSp modSp add mod modClrScheme delDesignElem chgLayout">
        <pc:chgData name="Costantino Paciello" userId="174852e6571a86ee" providerId="LiveId" clId="{C67E1C7F-BDA4-4473-A135-77583C6B7A59}" dt="2025-07-25T10:20:20.674" v="139" actId="1076"/>
        <pc:sldMkLst>
          <pc:docMk/>
          <pc:sldMk cId="452669454" sldId="284"/>
        </pc:sldMkLst>
        <pc:spChg chg="mod ord">
          <ac:chgData name="Costantino Paciello" userId="174852e6571a86ee" providerId="LiveId" clId="{C67E1C7F-BDA4-4473-A135-77583C6B7A59}" dt="2025-07-25T10:20:02.014" v="136" actId="1076"/>
          <ac:spMkLst>
            <pc:docMk/>
            <pc:sldMk cId="452669454" sldId="284"/>
            <ac:spMk id="2" creationId="{504BFE49-AD73-01C0-0993-515DE78559C9}"/>
          </ac:spMkLst>
        </pc:spChg>
        <pc:spChg chg="add mod">
          <ac:chgData name="Costantino Paciello" userId="174852e6571a86ee" providerId="LiveId" clId="{C67E1C7F-BDA4-4473-A135-77583C6B7A59}" dt="2025-07-25T10:20:20.674" v="139" actId="1076"/>
          <ac:spMkLst>
            <pc:docMk/>
            <pc:sldMk cId="452669454" sldId="284"/>
            <ac:spMk id="5" creationId="{9BFAD0C3-6BEF-3582-409F-AE2C336BBD40}"/>
          </ac:spMkLst>
        </pc:spChg>
        <pc:spChg chg="add mod">
          <ac:chgData name="Costantino Paciello" userId="174852e6571a86ee" providerId="LiveId" clId="{C67E1C7F-BDA4-4473-A135-77583C6B7A59}" dt="2025-07-25T10:20:20.674" v="139" actId="1076"/>
          <ac:spMkLst>
            <pc:docMk/>
            <pc:sldMk cId="452669454" sldId="284"/>
            <ac:spMk id="6" creationId="{BF4B5038-A407-0B94-07A7-CC7C2D57881A}"/>
          </ac:spMkLst>
        </pc:spChg>
        <pc:spChg chg="add del mod ord">
          <ac:chgData name="Costantino Paciello" userId="174852e6571a86ee" providerId="LiveId" clId="{C67E1C7F-BDA4-4473-A135-77583C6B7A59}" dt="2025-07-25T10:17:59.062" v="111" actId="478"/>
          <ac:spMkLst>
            <pc:docMk/>
            <pc:sldMk cId="452669454" sldId="284"/>
            <ac:spMk id="7" creationId="{3174E2E2-B80A-FCE4-9BFD-4A84DF63E349}"/>
          </ac:spMkLst>
        </pc:spChg>
        <pc:spChg chg="add del mod ord">
          <ac:chgData name="Costantino Paciello" userId="174852e6571a86ee" providerId="LiveId" clId="{C67E1C7F-BDA4-4473-A135-77583C6B7A59}" dt="2025-07-25T10:17:41.580" v="103" actId="478"/>
          <ac:spMkLst>
            <pc:docMk/>
            <pc:sldMk cId="452669454" sldId="284"/>
            <ac:spMk id="8" creationId="{D2758C60-4B0F-A0F4-6290-85273AF8F9F8}"/>
          </ac:spMkLst>
        </pc:spChg>
        <pc:spChg chg="add mod">
          <ac:chgData name="Costantino Paciello" userId="174852e6571a86ee" providerId="LiveId" clId="{C67E1C7F-BDA4-4473-A135-77583C6B7A59}" dt="2025-07-25T10:20:06.170" v="137" actId="1076"/>
          <ac:spMkLst>
            <pc:docMk/>
            <pc:sldMk cId="452669454" sldId="284"/>
            <ac:spMk id="9" creationId="{63FD636F-EF52-A49F-0198-39C5291FB252}"/>
          </ac:spMkLst>
        </pc:spChg>
        <pc:spChg chg="del">
          <ac:chgData name="Costantino Paciello" userId="174852e6571a86ee" providerId="LiveId" clId="{C67E1C7F-BDA4-4473-A135-77583C6B7A59}" dt="2025-07-25T10:12:09.732" v="47" actId="478"/>
          <ac:spMkLst>
            <pc:docMk/>
            <pc:sldMk cId="452669454" sldId="284"/>
            <ac:spMk id="10" creationId="{AB5A1EC1-7FB5-3EE8-4F89-F3407FDC88E7}"/>
          </ac:spMkLst>
        </pc:spChg>
        <pc:spChg chg="del">
          <ac:chgData name="Costantino Paciello" userId="174852e6571a86ee" providerId="LiveId" clId="{C67E1C7F-BDA4-4473-A135-77583C6B7A59}" dt="2025-07-25T10:17:23.122" v="98" actId="700"/>
          <ac:spMkLst>
            <pc:docMk/>
            <pc:sldMk cId="452669454" sldId="284"/>
            <ac:spMk id="21" creationId="{5833D7FD-B6B2-D621-70FA-F8C167A771CE}"/>
          </ac:spMkLst>
        </pc:spChg>
        <pc:spChg chg="del">
          <ac:chgData name="Costantino Paciello" userId="174852e6571a86ee" providerId="LiveId" clId="{C67E1C7F-BDA4-4473-A135-77583C6B7A59}" dt="2025-07-25T10:17:23.122" v="98" actId="700"/>
          <ac:spMkLst>
            <pc:docMk/>
            <pc:sldMk cId="452669454" sldId="284"/>
            <ac:spMk id="31" creationId="{A4C4A63D-7973-1775-5880-9465FA58DCE4}"/>
          </ac:spMkLst>
        </pc:spChg>
        <pc:grpChg chg="del">
          <ac:chgData name="Costantino Paciello" userId="174852e6571a86ee" providerId="LiveId" clId="{C67E1C7F-BDA4-4473-A135-77583C6B7A59}" dt="2025-07-25T10:17:23.122" v="98" actId="700"/>
          <ac:grpSpMkLst>
            <pc:docMk/>
            <pc:sldMk cId="452669454" sldId="284"/>
            <ac:grpSpMk id="23" creationId="{E0CDCAC4-DB77-6B88-AE8F-35B17A9611AC}"/>
          </ac:grpSpMkLst>
        </pc:grpChg>
        <pc:graphicFrameChg chg="del mod">
          <ac:chgData name="Costantino Paciello" userId="174852e6571a86ee" providerId="LiveId" clId="{C67E1C7F-BDA4-4473-A135-77583C6B7A59}" dt="2025-07-25T10:17:07.729" v="96" actId="478"/>
          <ac:graphicFrameMkLst>
            <pc:docMk/>
            <pc:sldMk cId="452669454" sldId="284"/>
            <ac:graphicFrameMk id="3" creationId="{111B798B-7FC3-54F2-54DA-F771501069E5}"/>
          </ac:graphicFrameMkLst>
        </pc:graphicFrameChg>
        <pc:picChg chg="add mod">
          <ac:chgData name="Costantino Paciello" userId="174852e6571a86ee" providerId="LiveId" clId="{C67E1C7F-BDA4-4473-A135-77583C6B7A59}" dt="2025-07-25T10:20:20.674" v="139" actId="1076"/>
          <ac:picMkLst>
            <pc:docMk/>
            <pc:sldMk cId="452669454" sldId="284"/>
            <ac:picMk id="4" creationId="{A295E518-3C02-A220-8820-DC3A73904452}"/>
          </ac:picMkLst>
        </pc:picChg>
        <pc:picChg chg="mod">
          <ac:chgData name="Costantino Paciello" userId="174852e6571a86ee" providerId="LiveId" clId="{C67E1C7F-BDA4-4473-A135-77583C6B7A59}" dt="2025-07-25T10:20:20.674" v="139" actId="1076"/>
          <ac:picMkLst>
            <pc:docMk/>
            <pc:sldMk cId="452669454" sldId="284"/>
            <ac:picMk id="12" creationId="{37418F33-4DCE-C267-E4C8-2D81FBE59601}"/>
          </ac:picMkLst>
        </pc:picChg>
        <pc:picChg chg="mod">
          <ac:chgData name="Costantino Paciello" userId="174852e6571a86ee" providerId="LiveId" clId="{C67E1C7F-BDA4-4473-A135-77583C6B7A59}" dt="2025-07-25T10:20:20.674" v="139" actId="1076"/>
          <ac:picMkLst>
            <pc:docMk/>
            <pc:sldMk cId="452669454" sldId="284"/>
            <ac:picMk id="14" creationId="{62A90CCF-C201-E76F-2D81-613CE104B319}"/>
          </ac:picMkLst>
        </pc:picChg>
        <pc:picChg chg="del mod">
          <ac:chgData name="Costantino Paciello" userId="174852e6571a86ee" providerId="LiveId" clId="{C67E1C7F-BDA4-4473-A135-77583C6B7A59}" dt="2025-07-25T10:17:10.753" v="97" actId="478"/>
          <ac:picMkLst>
            <pc:docMk/>
            <pc:sldMk cId="452669454" sldId="284"/>
            <ac:picMk id="16" creationId="{3D83115D-7F25-E9E7-2802-9EA78BA0AD4A}"/>
          </ac:picMkLst>
        </pc:picChg>
      </pc:sldChg>
      <pc:sldChg chg="addSp delSp modSp add mod modClrScheme chgLayout">
        <pc:chgData name="Costantino Paciello" userId="174852e6571a86ee" providerId="LiveId" clId="{C67E1C7F-BDA4-4473-A135-77583C6B7A59}" dt="2025-07-25T10:35:44.760" v="427" actId="1076"/>
        <pc:sldMkLst>
          <pc:docMk/>
          <pc:sldMk cId="614812858" sldId="285"/>
        </pc:sldMkLst>
        <pc:spChg chg="mod ord">
          <ac:chgData name="Costantino Paciello" userId="174852e6571a86ee" providerId="LiveId" clId="{C67E1C7F-BDA4-4473-A135-77583C6B7A59}" dt="2025-07-25T10:35:32.286" v="420" actId="1076"/>
          <ac:spMkLst>
            <pc:docMk/>
            <pc:sldMk cId="614812858" sldId="285"/>
            <ac:spMk id="2" creationId="{F3720476-9D2D-8A0B-ED74-232E9CCB469A}"/>
          </ac:spMkLst>
        </pc:spChg>
        <pc:spChg chg="mod ord">
          <ac:chgData name="Costantino Paciello" userId="174852e6571a86ee" providerId="LiveId" clId="{C67E1C7F-BDA4-4473-A135-77583C6B7A59}" dt="2025-07-25T10:33:32.464" v="401" actId="700"/>
          <ac:spMkLst>
            <pc:docMk/>
            <pc:sldMk cId="614812858" sldId="285"/>
            <ac:spMk id="3" creationId="{F310CC86-673C-5CA2-B247-AD362209CB0C}"/>
          </ac:spMkLst>
        </pc:spChg>
        <pc:spChg chg="add del">
          <ac:chgData name="Costantino Paciello" userId="174852e6571a86ee" providerId="LiveId" clId="{C67E1C7F-BDA4-4473-A135-77583C6B7A59}" dt="2025-07-25T10:22:26.456" v="143" actId="22"/>
          <ac:spMkLst>
            <pc:docMk/>
            <pc:sldMk cId="614812858" sldId="285"/>
            <ac:spMk id="5" creationId="{A6734BE4-CF1A-B7F9-DFEF-B626EF4DF195}"/>
          </ac:spMkLst>
        </pc:spChg>
        <pc:spChg chg="add mod">
          <ac:chgData name="Costantino Paciello" userId="174852e6571a86ee" providerId="LiveId" clId="{C67E1C7F-BDA4-4473-A135-77583C6B7A59}" dt="2025-07-25T10:28:24.458" v="319" actId="27636"/>
          <ac:spMkLst>
            <pc:docMk/>
            <pc:sldMk cId="614812858" sldId="285"/>
            <ac:spMk id="6" creationId="{625FB304-D4AB-5396-4497-CFE95E92B2C5}"/>
          </ac:spMkLst>
        </pc:spChg>
        <pc:spChg chg="add">
          <ac:chgData name="Costantino Paciello" userId="174852e6571a86ee" providerId="LiveId" clId="{C67E1C7F-BDA4-4473-A135-77583C6B7A59}" dt="2025-07-25T10:28:19.074" v="317"/>
          <ac:spMkLst>
            <pc:docMk/>
            <pc:sldMk cId="614812858" sldId="285"/>
            <ac:spMk id="7" creationId="{17ED7615-2F6C-69D0-3F8F-268B120AE04C}"/>
          </ac:spMkLst>
        </pc:spChg>
        <pc:spChg chg="add del mod">
          <ac:chgData name="Costantino Paciello" userId="174852e6571a86ee" providerId="LiveId" clId="{C67E1C7F-BDA4-4473-A135-77583C6B7A59}" dt="2025-07-25T10:32:43.492" v="394" actId="21"/>
          <ac:spMkLst>
            <pc:docMk/>
            <pc:sldMk cId="614812858" sldId="285"/>
            <ac:spMk id="8" creationId="{6C17CAD9-A0BE-7331-FBEE-4028F86A655E}"/>
          </ac:spMkLst>
        </pc:spChg>
        <pc:graphicFrameChg chg="add mod modGraphic">
          <ac:chgData name="Costantino Paciello" userId="174852e6571a86ee" providerId="LiveId" clId="{C67E1C7F-BDA4-4473-A135-77583C6B7A59}" dt="2025-07-25T10:35:29.326" v="419" actId="1076"/>
          <ac:graphicFrameMkLst>
            <pc:docMk/>
            <pc:sldMk cId="614812858" sldId="285"/>
            <ac:graphicFrameMk id="9" creationId="{5FC4E0F1-D320-1152-D974-8303FE4B8B8F}"/>
          </ac:graphicFrameMkLst>
        </pc:graphicFrameChg>
        <pc:graphicFrameChg chg="del mod">
          <ac:chgData name="Costantino Paciello" userId="174852e6571a86ee" providerId="LiveId" clId="{C67E1C7F-BDA4-4473-A135-77583C6B7A59}" dt="2025-07-25T10:31:15.952" v="366" actId="478"/>
          <ac:graphicFrameMkLst>
            <pc:docMk/>
            <pc:sldMk cId="614812858" sldId="285"/>
            <ac:graphicFrameMk id="42" creationId="{27A92CAD-E629-E2FB-D4A5-558B00013B8B}"/>
          </ac:graphicFrameMkLst>
        </pc:graphicFrameChg>
        <pc:picChg chg="mod">
          <ac:chgData name="Costantino Paciello" userId="174852e6571a86ee" providerId="LiveId" clId="{C67E1C7F-BDA4-4473-A135-77583C6B7A59}" dt="2025-07-25T10:35:44.760" v="427" actId="1076"/>
          <ac:picMkLst>
            <pc:docMk/>
            <pc:sldMk cId="614812858" sldId="285"/>
            <ac:picMk id="44" creationId="{7678BD25-5B08-FA17-F045-3145B80ECD02}"/>
          </ac:picMkLst>
        </pc:picChg>
      </pc:sldChg>
      <pc:sldChg chg="addSp delSp modSp add mod ord">
        <pc:chgData name="Costantino Paciello" userId="174852e6571a86ee" providerId="LiveId" clId="{C67E1C7F-BDA4-4473-A135-77583C6B7A59}" dt="2025-07-25T10:41:10.701" v="462" actId="1076"/>
        <pc:sldMkLst>
          <pc:docMk/>
          <pc:sldMk cId="4294731051" sldId="286"/>
        </pc:sldMkLst>
        <pc:spChg chg="del">
          <ac:chgData name="Costantino Paciello" userId="174852e6571a86ee" providerId="LiveId" clId="{C67E1C7F-BDA4-4473-A135-77583C6B7A59}" dt="2025-07-25T10:39:53.555" v="445" actId="478"/>
          <ac:spMkLst>
            <pc:docMk/>
            <pc:sldMk cId="4294731051" sldId="286"/>
            <ac:spMk id="2" creationId="{94E89CB1-F62E-8C57-FB7A-038DB7A2C09E}"/>
          </ac:spMkLst>
        </pc:spChg>
        <pc:spChg chg="del">
          <ac:chgData name="Costantino Paciello" userId="174852e6571a86ee" providerId="LiveId" clId="{C67E1C7F-BDA4-4473-A135-77583C6B7A59}" dt="2025-07-25T10:39:53.555" v="445" actId="478"/>
          <ac:spMkLst>
            <pc:docMk/>
            <pc:sldMk cId="4294731051" sldId="286"/>
            <ac:spMk id="3" creationId="{681ECDFF-D37C-8BF6-EA67-7011ECC709E4}"/>
          </ac:spMkLst>
        </pc:spChg>
        <pc:spChg chg="add del mod">
          <ac:chgData name="Costantino Paciello" userId="174852e6571a86ee" providerId="LiveId" clId="{C67E1C7F-BDA4-4473-A135-77583C6B7A59}" dt="2025-07-25T10:39:55.660" v="446" actId="478"/>
          <ac:spMkLst>
            <pc:docMk/>
            <pc:sldMk cId="4294731051" sldId="286"/>
            <ac:spMk id="5" creationId="{987587AE-C29C-ACA6-A81B-10AF0B42AD22}"/>
          </ac:spMkLst>
        </pc:spChg>
        <pc:spChg chg="add del mod">
          <ac:chgData name="Costantino Paciello" userId="174852e6571a86ee" providerId="LiveId" clId="{C67E1C7F-BDA4-4473-A135-77583C6B7A59}" dt="2025-07-25T10:39:55.660" v="446" actId="478"/>
          <ac:spMkLst>
            <pc:docMk/>
            <pc:sldMk cId="4294731051" sldId="286"/>
            <ac:spMk id="7" creationId="{D59CDE79-205B-559E-A63E-9058126CD5FC}"/>
          </ac:spMkLst>
        </pc:spChg>
        <pc:spChg chg="add mod">
          <ac:chgData name="Costantino Paciello" userId="174852e6571a86ee" providerId="LiveId" clId="{C67E1C7F-BDA4-4473-A135-77583C6B7A59}" dt="2025-07-25T10:39:56.553" v="447"/>
          <ac:spMkLst>
            <pc:docMk/>
            <pc:sldMk cId="4294731051" sldId="286"/>
            <ac:spMk id="8" creationId="{0FEA0511-F70F-C8E9-D245-5320416D1CE9}"/>
          </ac:spMkLst>
        </pc:spChg>
        <pc:spChg chg="add mod">
          <ac:chgData name="Costantino Paciello" userId="174852e6571a86ee" providerId="LiveId" clId="{C67E1C7F-BDA4-4473-A135-77583C6B7A59}" dt="2025-07-25T10:39:56.553" v="447"/>
          <ac:spMkLst>
            <pc:docMk/>
            <pc:sldMk cId="4294731051" sldId="286"/>
            <ac:spMk id="9" creationId="{C3E31757-E431-1FC5-40B0-6FE6CC0CDC67}"/>
          </ac:spMkLst>
        </pc:spChg>
        <pc:spChg chg="add mod">
          <ac:chgData name="Costantino Paciello" userId="174852e6571a86ee" providerId="LiveId" clId="{C67E1C7F-BDA4-4473-A135-77583C6B7A59}" dt="2025-07-25T10:39:56.553" v="447"/>
          <ac:spMkLst>
            <pc:docMk/>
            <pc:sldMk cId="4294731051" sldId="286"/>
            <ac:spMk id="11" creationId="{49A007AB-A21A-6BF1-8084-DE7D7E1FB3F2}"/>
          </ac:spMkLst>
        </pc:spChg>
        <pc:spChg chg="add mod">
          <ac:chgData name="Costantino Paciello" userId="174852e6571a86ee" providerId="LiveId" clId="{C67E1C7F-BDA4-4473-A135-77583C6B7A59}" dt="2025-07-25T10:39:56.553" v="447"/>
          <ac:spMkLst>
            <pc:docMk/>
            <pc:sldMk cId="4294731051" sldId="286"/>
            <ac:spMk id="12" creationId="{C395B5D7-DC70-37D3-D331-27683F704C23}"/>
          </ac:spMkLst>
        </pc:spChg>
        <pc:spChg chg="add mod">
          <ac:chgData name="Costantino Paciello" userId="174852e6571a86ee" providerId="LiveId" clId="{C67E1C7F-BDA4-4473-A135-77583C6B7A59}" dt="2025-07-25T10:39:56.553" v="447"/>
          <ac:spMkLst>
            <pc:docMk/>
            <pc:sldMk cId="4294731051" sldId="286"/>
            <ac:spMk id="13" creationId="{98199267-12CE-12F5-9828-2F0181612444}"/>
          </ac:spMkLst>
        </pc:spChg>
        <pc:spChg chg="add mod">
          <ac:chgData name="Costantino Paciello" userId="174852e6571a86ee" providerId="LiveId" clId="{C67E1C7F-BDA4-4473-A135-77583C6B7A59}" dt="2025-07-25T10:39:56.553" v="447"/>
          <ac:spMkLst>
            <pc:docMk/>
            <pc:sldMk cId="4294731051" sldId="286"/>
            <ac:spMk id="15" creationId="{DC3657E7-799B-786B-0D86-2E4898818AB3}"/>
          </ac:spMkLst>
        </pc:spChg>
        <pc:spChg chg="add mod">
          <ac:chgData name="Costantino Paciello" userId="174852e6571a86ee" providerId="LiveId" clId="{C67E1C7F-BDA4-4473-A135-77583C6B7A59}" dt="2025-07-25T10:39:56.553" v="447"/>
          <ac:spMkLst>
            <pc:docMk/>
            <pc:sldMk cId="4294731051" sldId="286"/>
            <ac:spMk id="16" creationId="{C20C2E3D-5446-31DF-6546-3BB84DDC36BA}"/>
          </ac:spMkLst>
        </pc:spChg>
        <pc:spChg chg="add mod">
          <ac:chgData name="Costantino Paciello" userId="174852e6571a86ee" providerId="LiveId" clId="{C67E1C7F-BDA4-4473-A135-77583C6B7A59}" dt="2025-07-25T10:40:47.688" v="458" actId="1076"/>
          <ac:spMkLst>
            <pc:docMk/>
            <pc:sldMk cId="4294731051" sldId="286"/>
            <ac:spMk id="18" creationId="{4F8989B5-9CB1-3707-C5E2-140FB2A87269}"/>
          </ac:spMkLst>
        </pc:spChg>
        <pc:spChg chg="add mod">
          <ac:chgData name="Costantino Paciello" userId="174852e6571a86ee" providerId="LiveId" clId="{C67E1C7F-BDA4-4473-A135-77583C6B7A59}" dt="2025-07-25T10:40:25.845" v="450" actId="1076"/>
          <ac:spMkLst>
            <pc:docMk/>
            <pc:sldMk cId="4294731051" sldId="286"/>
            <ac:spMk id="20" creationId="{44EB074F-E9D3-6072-4806-DEECE4D7297C}"/>
          </ac:spMkLst>
        </pc:spChg>
        <pc:spChg chg="add mod">
          <ac:chgData name="Costantino Paciello" userId="174852e6571a86ee" providerId="LiveId" clId="{C67E1C7F-BDA4-4473-A135-77583C6B7A59}" dt="2025-07-25T10:41:07.001" v="461" actId="1076"/>
          <ac:spMkLst>
            <pc:docMk/>
            <pc:sldMk cId="4294731051" sldId="286"/>
            <ac:spMk id="21" creationId="{1B9E77D3-E48E-8A3E-172E-AA6A93BB4967}"/>
          </ac:spMkLst>
        </pc:spChg>
        <pc:picChg chg="del">
          <ac:chgData name="Costantino Paciello" userId="174852e6571a86ee" providerId="LiveId" clId="{C67E1C7F-BDA4-4473-A135-77583C6B7A59}" dt="2025-07-25T10:39:53.555" v="445" actId="478"/>
          <ac:picMkLst>
            <pc:docMk/>
            <pc:sldMk cId="4294731051" sldId="286"/>
            <ac:picMk id="10" creationId="{81FA059F-D1C9-CCE5-4A1B-E3F24D7C9760}"/>
          </ac:picMkLst>
        </pc:picChg>
        <pc:picChg chg="add mod">
          <ac:chgData name="Costantino Paciello" userId="174852e6571a86ee" providerId="LiveId" clId="{C67E1C7F-BDA4-4473-A135-77583C6B7A59}" dt="2025-07-25T10:39:56.553" v="447"/>
          <ac:picMkLst>
            <pc:docMk/>
            <pc:sldMk cId="4294731051" sldId="286"/>
            <ac:picMk id="14" creationId="{B0A9B5DD-57CA-A967-588B-D95AE44220AD}"/>
          </ac:picMkLst>
        </pc:picChg>
        <pc:picChg chg="add mod">
          <ac:chgData name="Costantino Paciello" userId="174852e6571a86ee" providerId="LiveId" clId="{C67E1C7F-BDA4-4473-A135-77583C6B7A59}" dt="2025-07-25T10:39:56.553" v="447"/>
          <ac:picMkLst>
            <pc:docMk/>
            <pc:sldMk cId="4294731051" sldId="286"/>
            <ac:picMk id="17" creationId="{E32B3583-01A3-0B2E-5085-B16ECEBBFDF6}"/>
          </ac:picMkLst>
        </pc:picChg>
        <pc:picChg chg="add mod">
          <ac:chgData name="Costantino Paciello" userId="174852e6571a86ee" providerId="LiveId" clId="{C67E1C7F-BDA4-4473-A135-77583C6B7A59}" dt="2025-07-25T10:40:59.794" v="460" actId="1076"/>
          <ac:picMkLst>
            <pc:docMk/>
            <pc:sldMk cId="4294731051" sldId="286"/>
            <ac:picMk id="19" creationId="{E01AA49F-A201-48DE-59B1-2CE7AF62CC44}"/>
          </ac:picMkLst>
        </pc:picChg>
        <pc:picChg chg="add mod">
          <ac:chgData name="Costantino Paciello" userId="174852e6571a86ee" providerId="LiveId" clId="{C67E1C7F-BDA4-4473-A135-77583C6B7A59}" dt="2025-07-25T10:41:10.701" v="462" actId="1076"/>
          <ac:picMkLst>
            <pc:docMk/>
            <pc:sldMk cId="4294731051" sldId="286"/>
            <ac:picMk id="22" creationId="{EB9628ED-C7E7-E69B-8E7F-1F9E51D3C3C0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D225DC-0974-469E-A14E-8D792A3FCD5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E79630D-440E-401E-A992-A1535EDA1D41}">
      <dgm:prSet phldrT="[Testo]"/>
      <dgm:spPr/>
      <dgm:t>
        <a:bodyPr/>
        <a:lstStyle/>
        <a:p>
          <a:pPr algn="l">
            <a:buClr>
              <a:srgbClr val="1E428D"/>
            </a:buClr>
            <a:buSzTx/>
            <a:buFont typeface="Arial" panose="020B0604020202020204" pitchFamily="34" charset="0"/>
            <a:buChar char="►"/>
          </a:pPr>
          <a:r>
            <a:rPr kumimoji="0" lang="it-IT" altLang="it-IT" b="0" i="0" u="none" strike="noStrike" cap="none" normalizeH="0" baseline="0">
              <a:ln/>
              <a:effectLst/>
            </a:rPr>
            <a:t>Unione di tutti i file di recensioni in un unico </a:t>
          </a:r>
          <a:r>
            <a:rPr kumimoji="0" lang="it-IT" altLang="it-IT" b="1" i="0" u="none" strike="noStrike" cap="none" normalizeH="0" baseline="0">
              <a:ln/>
              <a:effectLst/>
            </a:rPr>
            <a:t>DataFrame</a:t>
          </a:r>
          <a:r>
            <a:rPr kumimoji="0" lang="it-IT" altLang="it-IT" b="0" i="0" u="none" strike="noStrike" cap="none" normalizeH="0" baseline="0">
              <a:ln/>
              <a:effectLst/>
            </a:rPr>
            <a:t>.</a:t>
          </a:r>
          <a:endParaRPr lang="it-IT" dirty="0"/>
        </a:p>
      </dgm:t>
    </dgm:pt>
    <dgm:pt modelId="{079CB8DB-866A-4314-880E-34F5078CD378}" type="parTrans" cxnId="{A5F62CBD-A642-48C5-8DA0-ED8A5693AAFD}">
      <dgm:prSet/>
      <dgm:spPr/>
      <dgm:t>
        <a:bodyPr/>
        <a:lstStyle/>
        <a:p>
          <a:endParaRPr lang="it-IT"/>
        </a:p>
      </dgm:t>
    </dgm:pt>
    <dgm:pt modelId="{E9961D7E-2D7B-45F6-BBE2-84D516B77DC7}" type="sibTrans" cxnId="{A5F62CBD-A642-48C5-8DA0-ED8A5693AAFD}">
      <dgm:prSet/>
      <dgm:spPr/>
      <dgm:t>
        <a:bodyPr/>
        <a:lstStyle/>
        <a:p>
          <a:endParaRPr lang="it-IT"/>
        </a:p>
      </dgm:t>
    </dgm:pt>
    <dgm:pt modelId="{FE9444E6-E93F-4A62-BB29-E30CB6B30E8F}">
      <dgm:prSet phldrT="[Testo]"/>
      <dgm:spPr/>
      <dgm:t>
        <a:bodyPr/>
        <a:lstStyle/>
        <a:p>
          <a:pPr algn="l">
            <a:buClr>
              <a:srgbClr val="1E428D"/>
            </a:buClr>
            <a:buSzTx/>
            <a:buFont typeface="Arial" panose="020B0604020202020204" pitchFamily="34" charset="0"/>
            <a:buChar char="►"/>
          </a:pPr>
          <a:r>
            <a:rPr kumimoji="0" lang="it-IT" altLang="it-IT" b="0" i="0" u="none" strike="noStrike" cap="none" normalizeH="0" baseline="0">
              <a:ln/>
              <a:effectLst/>
            </a:rPr>
            <a:t>Generazione di un </a:t>
          </a:r>
          <a:r>
            <a:rPr kumimoji="0" lang="it-IT" altLang="it-IT" b="1" i="0" u="none" strike="noStrike" cap="none" normalizeH="0" baseline="0">
              <a:ln/>
              <a:effectLst/>
            </a:rPr>
            <a:t>ID univoco</a:t>
          </a:r>
          <a:r>
            <a:rPr kumimoji="0" lang="it-IT" altLang="it-IT" b="0" i="0" u="none" strike="noStrike" cap="none" normalizeH="0" baseline="0">
              <a:ln/>
              <a:effectLst/>
            </a:rPr>
            <a:t> per ogni auto (id_car) e per ogni recensione (id_review).</a:t>
          </a:r>
          <a:endParaRPr lang="it-IT" dirty="0"/>
        </a:p>
      </dgm:t>
    </dgm:pt>
    <dgm:pt modelId="{F1BBDDE8-1C84-4736-975E-129CD20BF837}" type="parTrans" cxnId="{1DD18A56-5B15-4098-9A07-3BBDF4BF3A76}">
      <dgm:prSet/>
      <dgm:spPr/>
      <dgm:t>
        <a:bodyPr/>
        <a:lstStyle/>
        <a:p>
          <a:endParaRPr lang="it-IT"/>
        </a:p>
      </dgm:t>
    </dgm:pt>
    <dgm:pt modelId="{F7F186CF-2FFB-441E-9411-479B05E7C522}" type="sibTrans" cxnId="{1DD18A56-5B15-4098-9A07-3BBDF4BF3A76}">
      <dgm:prSet/>
      <dgm:spPr/>
      <dgm:t>
        <a:bodyPr/>
        <a:lstStyle/>
        <a:p>
          <a:endParaRPr lang="it-IT"/>
        </a:p>
      </dgm:t>
    </dgm:pt>
    <dgm:pt modelId="{7CF95EEA-EC32-44FE-A272-6DFB0D50A0D8}">
      <dgm:prSet phldrT="[Testo]"/>
      <dgm:spPr/>
      <dgm:t>
        <a:bodyPr/>
        <a:lstStyle/>
        <a:p>
          <a:pPr algn="l">
            <a:buClr>
              <a:srgbClr val="1E428D"/>
            </a:buClr>
            <a:buSzTx/>
            <a:buFont typeface="Arial" panose="020B0604020202020204" pitchFamily="34" charset="0"/>
            <a:buChar char="►"/>
          </a:pPr>
          <a:r>
            <a:rPr kumimoji="0" lang="it-IT" altLang="it-IT" b="0" i="0" u="none" strike="noStrike" cap="none" normalizeH="0" baseline="0">
              <a:ln/>
              <a:effectLst/>
            </a:rPr>
            <a:t>Le recensioni non contenevano riferimenti diretti alle auto, quindi:</a:t>
          </a:r>
        </a:p>
        <a:p>
          <a:pPr algn="l">
            <a:buClr>
              <a:srgbClr val="1E428D"/>
            </a:buClr>
            <a:buSzTx/>
            <a:buFont typeface="Arial" panose="020B0604020202020204" pitchFamily="34" charset="0"/>
            <a:buChar char="►"/>
          </a:pPr>
          <a:r>
            <a:rPr lang="it-IT"/>
            <a:t>- </a:t>
          </a:r>
          <a:r>
            <a:rPr kumimoji="0" lang="it-IT" altLang="it-IT" b="0" i="0" u="none" strike="noStrike" cap="none" normalizeH="0" baseline="0">
              <a:ln/>
              <a:effectLst/>
            </a:rPr>
            <a:t>Abbiamo </a:t>
          </a:r>
          <a:r>
            <a:rPr kumimoji="0" lang="it-IT" altLang="it-IT" b="1" i="0" u="none" strike="noStrike" cap="none" normalizeH="0" baseline="0">
              <a:ln/>
              <a:effectLst/>
            </a:rPr>
            <a:t>estratto marca, modello e anno</a:t>
          </a:r>
          <a:r>
            <a:rPr kumimoji="0" lang="it-IT" altLang="it-IT" b="0" i="0" u="none" strike="noStrike" cap="none" normalizeH="0" baseline="0">
              <a:ln/>
              <a:effectLst/>
            </a:rPr>
            <a:t> dal titolo del veicolo.</a:t>
          </a:r>
          <a:endParaRPr lang="it-IT" dirty="0"/>
        </a:p>
      </dgm:t>
    </dgm:pt>
    <dgm:pt modelId="{7B9BDC5F-43FE-48B5-8A49-133AF9D117E5}" type="parTrans" cxnId="{633C6215-1242-4455-9816-3EFF356BAB6D}">
      <dgm:prSet/>
      <dgm:spPr/>
      <dgm:t>
        <a:bodyPr/>
        <a:lstStyle/>
        <a:p>
          <a:endParaRPr lang="it-IT"/>
        </a:p>
      </dgm:t>
    </dgm:pt>
    <dgm:pt modelId="{1577BAC3-484F-4240-A591-14C1F1FEA14D}" type="sibTrans" cxnId="{633C6215-1242-4455-9816-3EFF356BAB6D}">
      <dgm:prSet/>
      <dgm:spPr/>
      <dgm:t>
        <a:bodyPr/>
        <a:lstStyle/>
        <a:p>
          <a:endParaRPr lang="it-IT"/>
        </a:p>
      </dgm:t>
    </dgm:pt>
    <dgm:pt modelId="{6DE01545-0241-440C-B8BB-4CBD7168FE2C}">
      <dgm:prSet phldrT="[Testo]"/>
      <dgm:spPr/>
      <dgm:t>
        <a:bodyPr/>
        <a:lstStyle/>
        <a:p>
          <a:pPr algn="l">
            <a:buClr>
              <a:srgbClr val="1E428D"/>
            </a:buClr>
            <a:buSzTx/>
            <a:buFont typeface="Arial" panose="020B0604020202020204" pitchFamily="34" charset="0"/>
            <a:buChar char="►"/>
          </a:pPr>
          <a:r>
            <a:rPr kumimoji="0" lang="it-IT" altLang="it-IT" b="0" i="0" u="none" strike="noStrike" cap="none" normalizeH="0" baseline="0">
              <a:ln/>
              <a:effectLst/>
            </a:rPr>
            <a:t>Assegnazione dell’</a:t>
          </a:r>
          <a:r>
            <a:rPr kumimoji="0" lang="it-IT" altLang="it-IT" b="1" i="0" u="none" strike="noStrike" cap="none" normalizeH="0" baseline="0">
              <a:ln/>
              <a:effectLst/>
            </a:rPr>
            <a:t>id_car corretto a ogni recensione</a:t>
          </a:r>
          <a:r>
            <a:rPr kumimoji="0" lang="it-IT" altLang="it-IT" b="0" i="0" u="none" strike="noStrike" cap="none" normalizeH="0" baseline="0">
              <a:ln/>
              <a:effectLst/>
            </a:rPr>
            <a:t>, usando la mappatura.</a:t>
          </a:r>
          <a:endParaRPr lang="it-IT" dirty="0"/>
        </a:p>
      </dgm:t>
    </dgm:pt>
    <dgm:pt modelId="{74794CCB-98CB-4425-9E6B-F89B76AABB86}" type="parTrans" cxnId="{E9761F18-7F96-47B4-8E1E-CF5D84DF0D85}">
      <dgm:prSet/>
      <dgm:spPr/>
      <dgm:t>
        <a:bodyPr/>
        <a:lstStyle/>
        <a:p>
          <a:endParaRPr lang="it-IT"/>
        </a:p>
      </dgm:t>
    </dgm:pt>
    <dgm:pt modelId="{ED17E98B-DFDB-4289-B984-3EB727D6F029}" type="sibTrans" cxnId="{E9761F18-7F96-47B4-8E1E-CF5D84DF0D85}">
      <dgm:prSet/>
      <dgm:spPr/>
      <dgm:t>
        <a:bodyPr/>
        <a:lstStyle/>
        <a:p>
          <a:endParaRPr lang="it-IT"/>
        </a:p>
      </dgm:t>
    </dgm:pt>
    <dgm:pt modelId="{9264A02D-0FA2-40DA-A16D-EC9AEA070987}">
      <dgm:prSet phldrT="[Testo]"/>
      <dgm:spPr/>
      <dgm:t>
        <a:bodyPr/>
        <a:lstStyle/>
        <a:p>
          <a:pPr algn="l">
            <a:buClr>
              <a:srgbClr val="1E428D"/>
            </a:buClr>
            <a:buSzTx/>
            <a:buFont typeface="Arial" panose="020B0604020202020204" pitchFamily="34" charset="0"/>
            <a:buChar char="►"/>
          </a:pPr>
          <a:r>
            <a:rPr kumimoji="0" lang="it-IT" altLang="it-IT" b="0" i="0" u="none" strike="noStrike" cap="none" normalizeH="0" baseline="0">
              <a:ln/>
              <a:effectLst/>
            </a:rPr>
            <a:t>Creazione di un </a:t>
          </a:r>
          <a:r>
            <a:rPr kumimoji="0" lang="it-IT" altLang="it-IT" b="1" i="0" u="none" strike="noStrike" cap="none" normalizeH="0" baseline="0">
              <a:ln/>
              <a:effectLst/>
            </a:rPr>
            <a:t>dizionario di mappatura</a:t>
          </a:r>
          <a:r>
            <a:rPr kumimoji="0" lang="it-IT" altLang="it-IT" b="0" i="0" u="none" strike="noStrike" cap="none" normalizeH="0" baseline="0">
              <a:ln/>
              <a:effectLst/>
            </a:rPr>
            <a:t> (Make, Model, Year) → id_car.</a:t>
          </a:r>
          <a:endParaRPr lang="it-IT" dirty="0"/>
        </a:p>
      </dgm:t>
    </dgm:pt>
    <dgm:pt modelId="{9AA2FE65-C703-4058-B365-85C95AC751C3}" type="parTrans" cxnId="{A4CD28BB-6A46-47EB-97CC-5847EE6484CD}">
      <dgm:prSet/>
      <dgm:spPr/>
      <dgm:t>
        <a:bodyPr/>
        <a:lstStyle/>
        <a:p>
          <a:endParaRPr lang="it-IT"/>
        </a:p>
      </dgm:t>
    </dgm:pt>
    <dgm:pt modelId="{08839363-0F7D-47A3-A81A-C9F5F48864C6}" type="sibTrans" cxnId="{A4CD28BB-6A46-47EB-97CC-5847EE6484CD}">
      <dgm:prSet/>
      <dgm:spPr/>
      <dgm:t>
        <a:bodyPr/>
        <a:lstStyle/>
        <a:p>
          <a:endParaRPr lang="it-IT"/>
        </a:p>
      </dgm:t>
    </dgm:pt>
    <dgm:pt modelId="{327AA3C6-ABFC-4085-BAF3-18A0DC1A4996}">
      <dgm:prSet/>
      <dgm:spPr/>
      <dgm:t>
        <a:bodyPr/>
        <a:lstStyle/>
        <a:p>
          <a:pPr algn="l">
            <a:buClr>
              <a:srgbClr val="1E428D"/>
            </a:buClr>
            <a:buSzTx/>
            <a:buFont typeface="Arial" panose="020B0604020202020204" pitchFamily="34" charset="0"/>
            <a:buChar char="►"/>
          </a:pPr>
          <a:r>
            <a:rPr kumimoji="0" lang="it-IT" altLang="it-IT" b="1" i="0" u="none" strike="noStrike" cap="none" normalizeH="0" baseline="0">
              <a:ln/>
              <a:effectLst/>
            </a:rPr>
            <a:t>Rimozione delle recensioni</a:t>
          </a:r>
          <a:r>
            <a:rPr kumimoji="0" lang="it-IT" altLang="it-IT" b="0" i="0" u="none" strike="noStrike" cap="none" normalizeH="0" baseline="0">
              <a:ln/>
              <a:effectLst/>
            </a:rPr>
            <a:t> che non corrispondevano ad alcuna auto nel dataset principale.</a:t>
          </a:r>
          <a:endParaRPr kumimoji="0" lang="it-IT" altLang="it-IT" b="0" i="0" u="none" strike="noStrike" cap="none" normalizeH="0" baseline="0" dirty="0">
            <a:ln/>
            <a:effectLst/>
          </a:endParaRPr>
        </a:p>
      </dgm:t>
    </dgm:pt>
    <dgm:pt modelId="{F332383F-A0AE-4C30-905E-FFBF6A319ADB}" type="parTrans" cxnId="{218FA7DB-7D7A-4652-9BD3-C70D16528365}">
      <dgm:prSet/>
      <dgm:spPr/>
      <dgm:t>
        <a:bodyPr/>
        <a:lstStyle/>
        <a:p>
          <a:endParaRPr lang="it-IT"/>
        </a:p>
      </dgm:t>
    </dgm:pt>
    <dgm:pt modelId="{1C6B5A27-B101-435E-ABFD-FA0FF1B485DE}" type="sibTrans" cxnId="{218FA7DB-7D7A-4652-9BD3-C70D16528365}">
      <dgm:prSet/>
      <dgm:spPr/>
      <dgm:t>
        <a:bodyPr/>
        <a:lstStyle/>
        <a:p>
          <a:endParaRPr lang="it-IT"/>
        </a:p>
      </dgm:t>
    </dgm:pt>
    <dgm:pt modelId="{1E7F9021-9C74-46FC-BD63-89BA57B450B3}" type="pres">
      <dgm:prSet presAssocID="{89D225DC-0974-469E-A14E-8D792A3FCD50}" presName="CompostProcess" presStyleCnt="0">
        <dgm:presLayoutVars>
          <dgm:dir/>
          <dgm:resizeHandles val="exact"/>
        </dgm:presLayoutVars>
      </dgm:prSet>
      <dgm:spPr/>
    </dgm:pt>
    <dgm:pt modelId="{1324D8DE-E404-4C1B-89B8-6E13AF4BCE99}" type="pres">
      <dgm:prSet presAssocID="{89D225DC-0974-469E-A14E-8D792A3FCD50}" presName="arrow" presStyleLbl="bgShp" presStyleIdx="0" presStyleCnt="1" custLinFactNeighborX="0" custLinFactNeighborY="-2491"/>
      <dgm:spPr/>
    </dgm:pt>
    <dgm:pt modelId="{5649AB2F-536A-4CB8-918C-4C00A63344B2}" type="pres">
      <dgm:prSet presAssocID="{89D225DC-0974-469E-A14E-8D792A3FCD50}" presName="linearProcess" presStyleCnt="0"/>
      <dgm:spPr/>
    </dgm:pt>
    <dgm:pt modelId="{BFBF860D-E11F-447F-BC28-007857D0B476}" type="pres">
      <dgm:prSet presAssocID="{2E79630D-440E-401E-A992-A1535EDA1D41}" presName="textNode" presStyleLbl="node1" presStyleIdx="0" presStyleCnt="6">
        <dgm:presLayoutVars>
          <dgm:bulletEnabled val="1"/>
        </dgm:presLayoutVars>
      </dgm:prSet>
      <dgm:spPr/>
    </dgm:pt>
    <dgm:pt modelId="{C0DC2C9B-815B-4E72-AF7B-3655620FC69C}" type="pres">
      <dgm:prSet presAssocID="{E9961D7E-2D7B-45F6-BBE2-84D516B77DC7}" presName="sibTrans" presStyleCnt="0"/>
      <dgm:spPr/>
    </dgm:pt>
    <dgm:pt modelId="{A79D0FFA-34F6-427C-A799-D5427A31B799}" type="pres">
      <dgm:prSet presAssocID="{FE9444E6-E93F-4A62-BB29-E30CB6B30E8F}" presName="textNode" presStyleLbl="node1" presStyleIdx="1" presStyleCnt="6">
        <dgm:presLayoutVars>
          <dgm:bulletEnabled val="1"/>
        </dgm:presLayoutVars>
      </dgm:prSet>
      <dgm:spPr/>
    </dgm:pt>
    <dgm:pt modelId="{47BCF299-F3C9-4F78-949C-8E99FE4E2439}" type="pres">
      <dgm:prSet presAssocID="{F7F186CF-2FFB-441E-9411-479B05E7C522}" presName="sibTrans" presStyleCnt="0"/>
      <dgm:spPr/>
    </dgm:pt>
    <dgm:pt modelId="{426DDF93-78FD-48CF-BD33-E33AE9417348}" type="pres">
      <dgm:prSet presAssocID="{7CF95EEA-EC32-44FE-A272-6DFB0D50A0D8}" presName="textNode" presStyleLbl="node1" presStyleIdx="2" presStyleCnt="6" custScaleX="131822">
        <dgm:presLayoutVars>
          <dgm:bulletEnabled val="1"/>
        </dgm:presLayoutVars>
      </dgm:prSet>
      <dgm:spPr/>
    </dgm:pt>
    <dgm:pt modelId="{114F5028-26B1-43FC-A10C-801402B7F47B}" type="pres">
      <dgm:prSet presAssocID="{1577BAC3-484F-4240-A591-14C1F1FEA14D}" presName="sibTrans" presStyleCnt="0"/>
      <dgm:spPr/>
    </dgm:pt>
    <dgm:pt modelId="{3D8F1E72-4E0C-48F2-9871-A2D5BE4AB07B}" type="pres">
      <dgm:prSet presAssocID="{9264A02D-0FA2-40DA-A16D-EC9AEA070987}" presName="textNode" presStyleLbl="node1" presStyleIdx="3" presStyleCnt="6">
        <dgm:presLayoutVars>
          <dgm:bulletEnabled val="1"/>
        </dgm:presLayoutVars>
      </dgm:prSet>
      <dgm:spPr/>
    </dgm:pt>
    <dgm:pt modelId="{398CB523-7B1B-4D57-9DE5-6182766F1893}" type="pres">
      <dgm:prSet presAssocID="{08839363-0F7D-47A3-A81A-C9F5F48864C6}" presName="sibTrans" presStyleCnt="0"/>
      <dgm:spPr/>
    </dgm:pt>
    <dgm:pt modelId="{05BC370E-0DDA-4D94-B8DE-42F33C00535C}" type="pres">
      <dgm:prSet presAssocID="{6DE01545-0241-440C-B8BB-4CBD7168FE2C}" presName="textNode" presStyleLbl="node1" presStyleIdx="4" presStyleCnt="6">
        <dgm:presLayoutVars>
          <dgm:bulletEnabled val="1"/>
        </dgm:presLayoutVars>
      </dgm:prSet>
      <dgm:spPr/>
    </dgm:pt>
    <dgm:pt modelId="{45733CDD-37B5-4DDC-9D78-6FDB8977C80B}" type="pres">
      <dgm:prSet presAssocID="{ED17E98B-DFDB-4289-B984-3EB727D6F029}" presName="sibTrans" presStyleCnt="0"/>
      <dgm:spPr/>
    </dgm:pt>
    <dgm:pt modelId="{B61ECEDB-B30B-4CE7-8935-6AC3653B759F}" type="pres">
      <dgm:prSet presAssocID="{327AA3C6-ABFC-4085-BAF3-18A0DC1A4996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633C6215-1242-4455-9816-3EFF356BAB6D}" srcId="{89D225DC-0974-469E-A14E-8D792A3FCD50}" destId="{7CF95EEA-EC32-44FE-A272-6DFB0D50A0D8}" srcOrd="2" destOrd="0" parTransId="{7B9BDC5F-43FE-48B5-8A49-133AF9D117E5}" sibTransId="{1577BAC3-484F-4240-A591-14C1F1FEA14D}"/>
    <dgm:cxn modelId="{E9761F18-7F96-47B4-8E1E-CF5D84DF0D85}" srcId="{89D225DC-0974-469E-A14E-8D792A3FCD50}" destId="{6DE01545-0241-440C-B8BB-4CBD7168FE2C}" srcOrd="4" destOrd="0" parTransId="{74794CCB-98CB-4425-9E6B-F89B76AABB86}" sibTransId="{ED17E98B-DFDB-4289-B984-3EB727D6F029}"/>
    <dgm:cxn modelId="{EA170E19-5FA7-4DD5-9942-0D3BCB231634}" type="presOf" srcId="{6DE01545-0241-440C-B8BB-4CBD7168FE2C}" destId="{05BC370E-0DDA-4D94-B8DE-42F33C00535C}" srcOrd="0" destOrd="0" presId="urn:microsoft.com/office/officeart/2005/8/layout/hProcess9"/>
    <dgm:cxn modelId="{F1C12926-241D-4A9C-9BAA-CC0B6D77EA96}" type="presOf" srcId="{FE9444E6-E93F-4A62-BB29-E30CB6B30E8F}" destId="{A79D0FFA-34F6-427C-A799-D5427A31B799}" srcOrd="0" destOrd="0" presId="urn:microsoft.com/office/officeart/2005/8/layout/hProcess9"/>
    <dgm:cxn modelId="{8C8E4870-5070-41BB-94FD-6362DB000160}" type="presOf" srcId="{89D225DC-0974-469E-A14E-8D792A3FCD50}" destId="{1E7F9021-9C74-46FC-BD63-89BA57B450B3}" srcOrd="0" destOrd="0" presId="urn:microsoft.com/office/officeart/2005/8/layout/hProcess9"/>
    <dgm:cxn modelId="{1DD18A56-5B15-4098-9A07-3BBDF4BF3A76}" srcId="{89D225DC-0974-469E-A14E-8D792A3FCD50}" destId="{FE9444E6-E93F-4A62-BB29-E30CB6B30E8F}" srcOrd="1" destOrd="0" parTransId="{F1BBDDE8-1C84-4736-975E-129CD20BF837}" sibTransId="{F7F186CF-2FFB-441E-9411-479B05E7C522}"/>
    <dgm:cxn modelId="{A4CD28BB-6A46-47EB-97CC-5847EE6484CD}" srcId="{89D225DC-0974-469E-A14E-8D792A3FCD50}" destId="{9264A02D-0FA2-40DA-A16D-EC9AEA070987}" srcOrd="3" destOrd="0" parTransId="{9AA2FE65-C703-4058-B365-85C95AC751C3}" sibTransId="{08839363-0F7D-47A3-A81A-C9F5F48864C6}"/>
    <dgm:cxn modelId="{A5F62CBD-A642-48C5-8DA0-ED8A5693AAFD}" srcId="{89D225DC-0974-469E-A14E-8D792A3FCD50}" destId="{2E79630D-440E-401E-A992-A1535EDA1D41}" srcOrd="0" destOrd="0" parTransId="{079CB8DB-866A-4314-880E-34F5078CD378}" sibTransId="{E9961D7E-2D7B-45F6-BBE2-84D516B77DC7}"/>
    <dgm:cxn modelId="{CF7B07C4-6B2D-47C5-A475-3FA11E1AFE94}" type="presOf" srcId="{9264A02D-0FA2-40DA-A16D-EC9AEA070987}" destId="{3D8F1E72-4E0C-48F2-9871-A2D5BE4AB07B}" srcOrd="0" destOrd="0" presId="urn:microsoft.com/office/officeart/2005/8/layout/hProcess9"/>
    <dgm:cxn modelId="{EFD716CE-DCF0-4A0C-8728-BE1781F9C353}" type="presOf" srcId="{2E79630D-440E-401E-A992-A1535EDA1D41}" destId="{BFBF860D-E11F-447F-BC28-007857D0B476}" srcOrd="0" destOrd="0" presId="urn:microsoft.com/office/officeart/2005/8/layout/hProcess9"/>
    <dgm:cxn modelId="{218FA7DB-7D7A-4652-9BD3-C70D16528365}" srcId="{89D225DC-0974-469E-A14E-8D792A3FCD50}" destId="{327AA3C6-ABFC-4085-BAF3-18A0DC1A4996}" srcOrd="5" destOrd="0" parTransId="{F332383F-A0AE-4C30-905E-FFBF6A319ADB}" sibTransId="{1C6B5A27-B101-435E-ABFD-FA0FF1B485DE}"/>
    <dgm:cxn modelId="{66D680EA-AC64-4BE8-A79A-A238C4599B28}" type="presOf" srcId="{327AA3C6-ABFC-4085-BAF3-18A0DC1A4996}" destId="{B61ECEDB-B30B-4CE7-8935-6AC3653B759F}" srcOrd="0" destOrd="0" presId="urn:microsoft.com/office/officeart/2005/8/layout/hProcess9"/>
    <dgm:cxn modelId="{46A97CFE-AE51-4182-B1A0-38BBD4B0AE76}" type="presOf" srcId="{7CF95EEA-EC32-44FE-A272-6DFB0D50A0D8}" destId="{426DDF93-78FD-48CF-BD33-E33AE9417348}" srcOrd="0" destOrd="0" presId="urn:microsoft.com/office/officeart/2005/8/layout/hProcess9"/>
    <dgm:cxn modelId="{AE69BF24-EBA2-4AC6-B1CE-7B542FBE979A}" type="presParOf" srcId="{1E7F9021-9C74-46FC-BD63-89BA57B450B3}" destId="{1324D8DE-E404-4C1B-89B8-6E13AF4BCE99}" srcOrd="0" destOrd="0" presId="urn:microsoft.com/office/officeart/2005/8/layout/hProcess9"/>
    <dgm:cxn modelId="{F3E30D73-9159-43C9-A3DB-BE20B0E70516}" type="presParOf" srcId="{1E7F9021-9C74-46FC-BD63-89BA57B450B3}" destId="{5649AB2F-536A-4CB8-918C-4C00A63344B2}" srcOrd="1" destOrd="0" presId="urn:microsoft.com/office/officeart/2005/8/layout/hProcess9"/>
    <dgm:cxn modelId="{1E3741E7-8647-42B8-9BB3-8F56DED26CC4}" type="presParOf" srcId="{5649AB2F-536A-4CB8-918C-4C00A63344B2}" destId="{BFBF860D-E11F-447F-BC28-007857D0B476}" srcOrd="0" destOrd="0" presId="urn:microsoft.com/office/officeart/2005/8/layout/hProcess9"/>
    <dgm:cxn modelId="{81578669-C4C9-42A4-8D15-50C26E303B8E}" type="presParOf" srcId="{5649AB2F-536A-4CB8-918C-4C00A63344B2}" destId="{C0DC2C9B-815B-4E72-AF7B-3655620FC69C}" srcOrd="1" destOrd="0" presId="urn:microsoft.com/office/officeart/2005/8/layout/hProcess9"/>
    <dgm:cxn modelId="{ACCE4299-FA3B-4F3B-858E-230E62F91386}" type="presParOf" srcId="{5649AB2F-536A-4CB8-918C-4C00A63344B2}" destId="{A79D0FFA-34F6-427C-A799-D5427A31B799}" srcOrd="2" destOrd="0" presId="urn:microsoft.com/office/officeart/2005/8/layout/hProcess9"/>
    <dgm:cxn modelId="{36A29E1A-1A71-4D79-BCC3-D22CCB622FB9}" type="presParOf" srcId="{5649AB2F-536A-4CB8-918C-4C00A63344B2}" destId="{47BCF299-F3C9-4F78-949C-8E99FE4E2439}" srcOrd="3" destOrd="0" presId="urn:microsoft.com/office/officeart/2005/8/layout/hProcess9"/>
    <dgm:cxn modelId="{B039212E-75C7-40C6-9677-28B9C2BD95FC}" type="presParOf" srcId="{5649AB2F-536A-4CB8-918C-4C00A63344B2}" destId="{426DDF93-78FD-48CF-BD33-E33AE9417348}" srcOrd="4" destOrd="0" presId="urn:microsoft.com/office/officeart/2005/8/layout/hProcess9"/>
    <dgm:cxn modelId="{A3746445-E754-4AE7-ADD4-BA6DDB528FA5}" type="presParOf" srcId="{5649AB2F-536A-4CB8-918C-4C00A63344B2}" destId="{114F5028-26B1-43FC-A10C-801402B7F47B}" srcOrd="5" destOrd="0" presId="urn:microsoft.com/office/officeart/2005/8/layout/hProcess9"/>
    <dgm:cxn modelId="{6D36A350-FA26-41B7-B186-7EA9D8C60758}" type="presParOf" srcId="{5649AB2F-536A-4CB8-918C-4C00A63344B2}" destId="{3D8F1E72-4E0C-48F2-9871-A2D5BE4AB07B}" srcOrd="6" destOrd="0" presId="urn:microsoft.com/office/officeart/2005/8/layout/hProcess9"/>
    <dgm:cxn modelId="{38E992E6-00D9-4C4D-8040-59B39C7EBC95}" type="presParOf" srcId="{5649AB2F-536A-4CB8-918C-4C00A63344B2}" destId="{398CB523-7B1B-4D57-9DE5-6182766F1893}" srcOrd="7" destOrd="0" presId="urn:microsoft.com/office/officeart/2005/8/layout/hProcess9"/>
    <dgm:cxn modelId="{CFBBB5A6-907F-400B-841E-3E4A132283A9}" type="presParOf" srcId="{5649AB2F-536A-4CB8-918C-4C00A63344B2}" destId="{05BC370E-0DDA-4D94-B8DE-42F33C00535C}" srcOrd="8" destOrd="0" presId="urn:microsoft.com/office/officeart/2005/8/layout/hProcess9"/>
    <dgm:cxn modelId="{F5ED90E2-8CDB-4AA2-BCE7-400E211AC3BD}" type="presParOf" srcId="{5649AB2F-536A-4CB8-918C-4C00A63344B2}" destId="{45733CDD-37B5-4DDC-9D78-6FDB8977C80B}" srcOrd="9" destOrd="0" presId="urn:microsoft.com/office/officeart/2005/8/layout/hProcess9"/>
    <dgm:cxn modelId="{F1236AAA-0B90-44B6-BBDB-66FFDB5B5F81}" type="presParOf" srcId="{5649AB2F-536A-4CB8-918C-4C00A63344B2}" destId="{B61ECEDB-B30B-4CE7-8935-6AC3653B759F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02D418-C400-4B2B-8446-312075106D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0BAEA7-7D63-4729-9DD4-BEEFE98523F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dirty="0"/>
            <a:t>Due collezioni:</a:t>
          </a:r>
        </a:p>
        <a:p>
          <a:pPr>
            <a:lnSpc>
              <a:spcPct val="100000"/>
            </a:lnSpc>
          </a:pPr>
          <a:r>
            <a:rPr lang="it-IT" b="0" i="0" dirty="0"/>
            <a:t>- cars: rappresenta i modelli di auto</a:t>
          </a:r>
          <a:endParaRPr lang="en-US" dirty="0"/>
        </a:p>
        <a:p>
          <a:pPr>
            <a:lnSpc>
              <a:spcPct val="100000"/>
            </a:lnSpc>
          </a:pPr>
          <a:r>
            <a:rPr lang="it-IT" b="0" i="0" dirty="0"/>
            <a:t>- reviews: rappresenta le recensioni</a:t>
          </a:r>
          <a:endParaRPr lang="en-US" dirty="0"/>
        </a:p>
      </dgm:t>
    </dgm:pt>
    <dgm:pt modelId="{7712879F-9212-4A4F-8F83-2D5A5BA2CFC2}" type="parTrans" cxnId="{BC5CB974-5470-428F-B689-313527034653}">
      <dgm:prSet/>
      <dgm:spPr/>
      <dgm:t>
        <a:bodyPr/>
        <a:lstStyle/>
        <a:p>
          <a:endParaRPr lang="en-US"/>
        </a:p>
      </dgm:t>
    </dgm:pt>
    <dgm:pt modelId="{32FF810D-B3D3-4036-9F68-03614D218069}" type="sibTrans" cxnId="{BC5CB974-5470-428F-B689-313527034653}">
      <dgm:prSet/>
      <dgm:spPr/>
      <dgm:t>
        <a:bodyPr/>
        <a:lstStyle/>
        <a:p>
          <a:endParaRPr lang="en-US"/>
        </a:p>
      </dgm:t>
    </dgm:pt>
    <dgm:pt modelId="{E8BBD463-7820-431A-B20B-05E3869D505C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7910BBE3-2D43-41CD-A522-4CFCC65691E9}" type="parTrans" cxnId="{F6079017-E3B1-44C3-844C-794EB7C7325C}">
      <dgm:prSet/>
      <dgm:spPr/>
      <dgm:t>
        <a:bodyPr/>
        <a:lstStyle/>
        <a:p>
          <a:endParaRPr lang="en-US"/>
        </a:p>
      </dgm:t>
    </dgm:pt>
    <dgm:pt modelId="{179F902A-FC6B-4618-8D43-2542FB316A06}" type="sibTrans" cxnId="{F6079017-E3B1-44C3-844C-794EB7C7325C}">
      <dgm:prSet/>
      <dgm:spPr/>
      <dgm:t>
        <a:bodyPr/>
        <a:lstStyle/>
        <a:p>
          <a:endParaRPr lang="en-US"/>
        </a:p>
      </dgm:t>
    </dgm:pt>
    <dgm:pt modelId="{53DCFF2B-B468-4ADC-AE6E-348095C9A94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dirty="0"/>
            <a:t>Collegamento semantico: </a:t>
          </a:r>
          <a:r>
            <a:rPr lang="it-IT" b="0" i="0" dirty="0" err="1"/>
            <a:t>reviews.id_car</a:t>
          </a:r>
          <a:r>
            <a:rPr lang="it-IT" b="0" i="0" dirty="0"/>
            <a:t> → cars.id</a:t>
          </a:r>
          <a:endParaRPr lang="en-US" dirty="0"/>
        </a:p>
      </dgm:t>
    </dgm:pt>
    <dgm:pt modelId="{C59F7D5C-041A-433F-8E25-9BB5FAAB7535}" type="parTrans" cxnId="{78547496-1D80-4815-90EB-92916217988B}">
      <dgm:prSet/>
      <dgm:spPr/>
      <dgm:t>
        <a:bodyPr/>
        <a:lstStyle/>
        <a:p>
          <a:endParaRPr lang="en-US"/>
        </a:p>
      </dgm:t>
    </dgm:pt>
    <dgm:pt modelId="{ABB6F1FF-E701-4BE8-8DB8-38D3E2DAE025}" type="sibTrans" cxnId="{78547496-1D80-4815-90EB-92916217988B}">
      <dgm:prSet/>
      <dgm:spPr/>
      <dgm:t>
        <a:bodyPr/>
        <a:lstStyle/>
        <a:p>
          <a:endParaRPr lang="en-US"/>
        </a:p>
      </dgm:t>
    </dgm:pt>
    <dgm:pt modelId="{589B2F28-902F-4DD7-8298-B9831DED5421}" type="pres">
      <dgm:prSet presAssocID="{1102D418-C400-4B2B-8446-312075106DD4}" presName="root" presStyleCnt="0">
        <dgm:presLayoutVars>
          <dgm:dir/>
          <dgm:resizeHandles val="exact"/>
        </dgm:presLayoutVars>
      </dgm:prSet>
      <dgm:spPr/>
    </dgm:pt>
    <dgm:pt modelId="{DB55EE95-8E21-4922-9CD8-D9830F249EE9}" type="pres">
      <dgm:prSet presAssocID="{A40BAEA7-7D63-4729-9DD4-BEEFE98523F0}" presName="compNode" presStyleCnt="0"/>
      <dgm:spPr/>
    </dgm:pt>
    <dgm:pt modelId="{E2A53326-BB28-458C-94AC-DF3E4DCFCF63}" type="pres">
      <dgm:prSet presAssocID="{A40BAEA7-7D63-4729-9DD4-BEEFE98523F0}" presName="bgRect" presStyleLbl="bgShp" presStyleIdx="0" presStyleCnt="2"/>
      <dgm:spPr/>
    </dgm:pt>
    <dgm:pt modelId="{513A2594-33E3-4243-AF40-DC8DBBC299B7}" type="pres">
      <dgm:prSet presAssocID="{A40BAEA7-7D63-4729-9DD4-BEEFE98523F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tomobile"/>
        </a:ext>
      </dgm:extLst>
    </dgm:pt>
    <dgm:pt modelId="{F813CA96-D6D7-47AA-8D07-A0B0A5A1A6DE}" type="pres">
      <dgm:prSet presAssocID="{A40BAEA7-7D63-4729-9DD4-BEEFE98523F0}" presName="spaceRect" presStyleCnt="0"/>
      <dgm:spPr/>
    </dgm:pt>
    <dgm:pt modelId="{551DDA25-4CE8-40A3-9F4D-00E25624EF75}" type="pres">
      <dgm:prSet presAssocID="{A40BAEA7-7D63-4729-9DD4-BEEFE98523F0}" presName="parTx" presStyleLbl="revTx" presStyleIdx="0" presStyleCnt="3" custScaleX="161999" custLinFactNeighborX="32406">
        <dgm:presLayoutVars>
          <dgm:chMax val="0"/>
          <dgm:chPref val="0"/>
        </dgm:presLayoutVars>
      </dgm:prSet>
      <dgm:spPr/>
    </dgm:pt>
    <dgm:pt modelId="{2774E4A3-DD15-4FC8-82E8-6006282FA3A1}" type="pres">
      <dgm:prSet presAssocID="{A40BAEA7-7D63-4729-9DD4-BEEFE98523F0}" presName="desTx" presStyleLbl="revTx" presStyleIdx="1" presStyleCnt="3">
        <dgm:presLayoutVars/>
      </dgm:prSet>
      <dgm:spPr/>
    </dgm:pt>
    <dgm:pt modelId="{C137081E-430D-4E43-852F-9EF4D931F8F4}" type="pres">
      <dgm:prSet presAssocID="{32FF810D-B3D3-4036-9F68-03614D218069}" presName="sibTrans" presStyleCnt="0"/>
      <dgm:spPr/>
    </dgm:pt>
    <dgm:pt modelId="{1CFC36FB-0056-43A3-B93F-F64DCEAC65A0}" type="pres">
      <dgm:prSet presAssocID="{53DCFF2B-B468-4ADC-AE6E-348095C9A94E}" presName="compNode" presStyleCnt="0"/>
      <dgm:spPr/>
    </dgm:pt>
    <dgm:pt modelId="{C202E9A4-5227-4EA4-A07F-1DB87417D12A}" type="pres">
      <dgm:prSet presAssocID="{53DCFF2B-B468-4ADC-AE6E-348095C9A94E}" presName="bgRect" presStyleLbl="bgShp" presStyleIdx="1" presStyleCnt="2"/>
      <dgm:spPr/>
    </dgm:pt>
    <dgm:pt modelId="{E9674654-B33E-4C8D-9D8E-D2D8E8EE37C8}" type="pres">
      <dgm:prSet presAssocID="{53DCFF2B-B468-4ADC-AE6E-348095C9A94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legamento"/>
        </a:ext>
      </dgm:extLst>
    </dgm:pt>
    <dgm:pt modelId="{3A00524C-F50D-469A-B913-8213C2847B53}" type="pres">
      <dgm:prSet presAssocID="{53DCFF2B-B468-4ADC-AE6E-348095C9A94E}" presName="spaceRect" presStyleCnt="0"/>
      <dgm:spPr/>
    </dgm:pt>
    <dgm:pt modelId="{E3C91A65-8054-41B5-A256-F1E0A1F2CBCC}" type="pres">
      <dgm:prSet presAssocID="{53DCFF2B-B468-4ADC-AE6E-348095C9A94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6079017-E3B1-44C3-844C-794EB7C7325C}" srcId="{A40BAEA7-7D63-4729-9DD4-BEEFE98523F0}" destId="{E8BBD463-7820-431A-B20B-05E3869D505C}" srcOrd="0" destOrd="0" parTransId="{7910BBE3-2D43-41CD-A522-4CFCC65691E9}" sibTransId="{179F902A-FC6B-4618-8D43-2542FB316A06}"/>
    <dgm:cxn modelId="{E8E7C21C-D394-4AEB-A7AF-0EA62561206D}" type="presOf" srcId="{53DCFF2B-B468-4ADC-AE6E-348095C9A94E}" destId="{E3C91A65-8054-41B5-A256-F1E0A1F2CBCC}" srcOrd="0" destOrd="0" presId="urn:microsoft.com/office/officeart/2018/2/layout/IconVerticalSolidList"/>
    <dgm:cxn modelId="{3EE8E264-0813-476A-978D-BB87A53CB893}" type="presOf" srcId="{E8BBD463-7820-431A-B20B-05E3869D505C}" destId="{2774E4A3-DD15-4FC8-82E8-6006282FA3A1}" srcOrd="0" destOrd="0" presId="urn:microsoft.com/office/officeart/2018/2/layout/IconVerticalSolidList"/>
    <dgm:cxn modelId="{DDD6EB51-F1B0-422B-B225-28F14FED0FB0}" type="presOf" srcId="{A40BAEA7-7D63-4729-9DD4-BEEFE98523F0}" destId="{551DDA25-4CE8-40A3-9F4D-00E25624EF75}" srcOrd="0" destOrd="0" presId="urn:microsoft.com/office/officeart/2018/2/layout/IconVerticalSolidList"/>
    <dgm:cxn modelId="{BC5CB974-5470-428F-B689-313527034653}" srcId="{1102D418-C400-4B2B-8446-312075106DD4}" destId="{A40BAEA7-7D63-4729-9DD4-BEEFE98523F0}" srcOrd="0" destOrd="0" parTransId="{7712879F-9212-4A4F-8F83-2D5A5BA2CFC2}" sibTransId="{32FF810D-B3D3-4036-9F68-03614D218069}"/>
    <dgm:cxn modelId="{DA730159-FA4C-417C-B76B-88F504A6AACD}" type="presOf" srcId="{1102D418-C400-4B2B-8446-312075106DD4}" destId="{589B2F28-902F-4DD7-8298-B9831DED5421}" srcOrd="0" destOrd="0" presId="urn:microsoft.com/office/officeart/2018/2/layout/IconVerticalSolidList"/>
    <dgm:cxn modelId="{78547496-1D80-4815-90EB-92916217988B}" srcId="{1102D418-C400-4B2B-8446-312075106DD4}" destId="{53DCFF2B-B468-4ADC-AE6E-348095C9A94E}" srcOrd="1" destOrd="0" parTransId="{C59F7D5C-041A-433F-8E25-9BB5FAAB7535}" sibTransId="{ABB6F1FF-E701-4BE8-8DB8-38D3E2DAE025}"/>
    <dgm:cxn modelId="{7299EA94-B0B1-4510-8459-8CB08DAAAC6D}" type="presParOf" srcId="{589B2F28-902F-4DD7-8298-B9831DED5421}" destId="{DB55EE95-8E21-4922-9CD8-D9830F249EE9}" srcOrd="0" destOrd="0" presId="urn:microsoft.com/office/officeart/2018/2/layout/IconVerticalSolidList"/>
    <dgm:cxn modelId="{66756D9C-C487-492A-8FEA-C75C2B76DB0C}" type="presParOf" srcId="{DB55EE95-8E21-4922-9CD8-D9830F249EE9}" destId="{E2A53326-BB28-458C-94AC-DF3E4DCFCF63}" srcOrd="0" destOrd="0" presId="urn:microsoft.com/office/officeart/2018/2/layout/IconVerticalSolidList"/>
    <dgm:cxn modelId="{25A6CEE2-7C20-4B42-BFDC-7360FAE40E6D}" type="presParOf" srcId="{DB55EE95-8E21-4922-9CD8-D9830F249EE9}" destId="{513A2594-33E3-4243-AF40-DC8DBBC299B7}" srcOrd="1" destOrd="0" presId="urn:microsoft.com/office/officeart/2018/2/layout/IconVerticalSolidList"/>
    <dgm:cxn modelId="{DAFE0175-612E-4F08-8FCF-470A8DDCD1B8}" type="presParOf" srcId="{DB55EE95-8E21-4922-9CD8-D9830F249EE9}" destId="{F813CA96-D6D7-47AA-8D07-A0B0A5A1A6DE}" srcOrd="2" destOrd="0" presId="urn:microsoft.com/office/officeart/2018/2/layout/IconVerticalSolidList"/>
    <dgm:cxn modelId="{9DF4B1A7-0DBB-45CC-BDF3-5C6D5EA7D95E}" type="presParOf" srcId="{DB55EE95-8E21-4922-9CD8-D9830F249EE9}" destId="{551DDA25-4CE8-40A3-9F4D-00E25624EF75}" srcOrd="3" destOrd="0" presId="urn:microsoft.com/office/officeart/2018/2/layout/IconVerticalSolidList"/>
    <dgm:cxn modelId="{E24C9B2F-F23F-49BF-A64F-3DCA727D1172}" type="presParOf" srcId="{DB55EE95-8E21-4922-9CD8-D9830F249EE9}" destId="{2774E4A3-DD15-4FC8-82E8-6006282FA3A1}" srcOrd="4" destOrd="0" presId="urn:microsoft.com/office/officeart/2018/2/layout/IconVerticalSolidList"/>
    <dgm:cxn modelId="{14157BE0-2DEC-4963-A9CF-1C89EF63E846}" type="presParOf" srcId="{589B2F28-902F-4DD7-8298-B9831DED5421}" destId="{C137081E-430D-4E43-852F-9EF4D931F8F4}" srcOrd="1" destOrd="0" presId="urn:microsoft.com/office/officeart/2018/2/layout/IconVerticalSolidList"/>
    <dgm:cxn modelId="{19AAC2F3-3B52-4373-B8D4-6CA8B71E7FEE}" type="presParOf" srcId="{589B2F28-902F-4DD7-8298-B9831DED5421}" destId="{1CFC36FB-0056-43A3-B93F-F64DCEAC65A0}" srcOrd="2" destOrd="0" presId="urn:microsoft.com/office/officeart/2018/2/layout/IconVerticalSolidList"/>
    <dgm:cxn modelId="{539E0BCB-7560-4D62-AB27-23D50DC034D2}" type="presParOf" srcId="{1CFC36FB-0056-43A3-B93F-F64DCEAC65A0}" destId="{C202E9A4-5227-4EA4-A07F-1DB87417D12A}" srcOrd="0" destOrd="0" presId="urn:microsoft.com/office/officeart/2018/2/layout/IconVerticalSolidList"/>
    <dgm:cxn modelId="{0D7194CF-5DA7-4103-9A74-B50F05FC1423}" type="presParOf" srcId="{1CFC36FB-0056-43A3-B93F-F64DCEAC65A0}" destId="{E9674654-B33E-4C8D-9D8E-D2D8E8EE37C8}" srcOrd="1" destOrd="0" presId="urn:microsoft.com/office/officeart/2018/2/layout/IconVerticalSolidList"/>
    <dgm:cxn modelId="{0C3579C8-3356-4565-A2A9-3031534F8702}" type="presParOf" srcId="{1CFC36FB-0056-43A3-B93F-F64DCEAC65A0}" destId="{3A00524C-F50D-469A-B913-8213C2847B53}" srcOrd="2" destOrd="0" presId="urn:microsoft.com/office/officeart/2018/2/layout/IconVerticalSolidList"/>
    <dgm:cxn modelId="{7FB6080C-4A67-4B06-AF08-6F33ACCAFE16}" type="presParOf" srcId="{1CFC36FB-0056-43A3-B93F-F64DCEAC65A0}" destId="{E3C91A65-8054-41B5-A256-F1E0A1F2CB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4D8DE-E404-4C1B-89B8-6E13AF4BCE99}">
      <dsp:nvSpPr>
        <dsp:cNvPr id="0" name=""/>
        <dsp:cNvSpPr/>
      </dsp:nvSpPr>
      <dsp:spPr>
        <a:xfrm>
          <a:off x="825579" y="0"/>
          <a:ext cx="9356566" cy="4970569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F860D-E11F-447F-BC28-007857D0B476}">
      <dsp:nvSpPr>
        <dsp:cNvPr id="0" name=""/>
        <dsp:cNvSpPr/>
      </dsp:nvSpPr>
      <dsp:spPr>
        <a:xfrm>
          <a:off x="5373" y="1491170"/>
          <a:ext cx="1674270" cy="1988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E428D"/>
            </a:buClr>
            <a:buSzTx/>
            <a:buFont typeface="Arial" panose="020B0604020202020204" pitchFamily="34" charset="0"/>
            <a:buNone/>
          </a:pPr>
          <a:r>
            <a:rPr kumimoji="0" lang="it-IT" altLang="it-IT" sz="1300" b="0" i="0" u="none" strike="noStrike" kern="1200" cap="none" normalizeH="0" baseline="0">
              <a:ln/>
              <a:effectLst/>
            </a:rPr>
            <a:t>Unione di tutti i file di recensioni in un unico </a:t>
          </a:r>
          <a:r>
            <a:rPr kumimoji="0" lang="it-IT" altLang="it-IT" sz="1300" b="1" i="0" u="none" strike="noStrike" kern="1200" cap="none" normalizeH="0" baseline="0">
              <a:ln/>
              <a:effectLst/>
            </a:rPr>
            <a:t>DataFrame</a:t>
          </a:r>
          <a:r>
            <a:rPr kumimoji="0" lang="it-IT" altLang="it-IT" sz="1300" b="0" i="0" u="none" strike="noStrike" kern="1200" cap="none" normalizeH="0" baseline="0">
              <a:ln/>
              <a:effectLst/>
            </a:rPr>
            <a:t>.</a:t>
          </a:r>
          <a:endParaRPr lang="it-IT" sz="1300" kern="1200" dirty="0"/>
        </a:p>
      </dsp:txBody>
      <dsp:txXfrm>
        <a:off x="87104" y="1572901"/>
        <a:ext cx="1510808" cy="1824765"/>
      </dsp:txXfrm>
    </dsp:sp>
    <dsp:sp modelId="{A79D0FFA-34F6-427C-A799-D5427A31B799}">
      <dsp:nvSpPr>
        <dsp:cNvPr id="0" name=""/>
        <dsp:cNvSpPr/>
      </dsp:nvSpPr>
      <dsp:spPr>
        <a:xfrm>
          <a:off x="1763357" y="1491170"/>
          <a:ext cx="1674270" cy="1988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E428D"/>
            </a:buClr>
            <a:buSzTx/>
            <a:buFont typeface="Arial" panose="020B0604020202020204" pitchFamily="34" charset="0"/>
            <a:buNone/>
          </a:pPr>
          <a:r>
            <a:rPr kumimoji="0" lang="it-IT" altLang="it-IT" sz="1300" b="0" i="0" u="none" strike="noStrike" kern="1200" cap="none" normalizeH="0" baseline="0">
              <a:ln/>
              <a:effectLst/>
            </a:rPr>
            <a:t>Generazione di un </a:t>
          </a:r>
          <a:r>
            <a:rPr kumimoji="0" lang="it-IT" altLang="it-IT" sz="1300" b="1" i="0" u="none" strike="noStrike" kern="1200" cap="none" normalizeH="0" baseline="0">
              <a:ln/>
              <a:effectLst/>
            </a:rPr>
            <a:t>ID univoco</a:t>
          </a:r>
          <a:r>
            <a:rPr kumimoji="0" lang="it-IT" altLang="it-IT" sz="1300" b="0" i="0" u="none" strike="noStrike" kern="1200" cap="none" normalizeH="0" baseline="0">
              <a:ln/>
              <a:effectLst/>
            </a:rPr>
            <a:t> per ogni auto (id_car) e per ogni recensione (id_review).</a:t>
          </a:r>
          <a:endParaRPr lang="it-IT" sz="1300" kern="1200" dirty="0"/>
        </a:p>
      </dsp:txBody>
      <dsp:txXfrm>
        <a:off x="1845088" y="1572901"/>
        <a:ext cx="1510808" cy="1824765"/>
      </dsp:txXfrm>
    </dsp:sp>
    <dsp:sp modelId="{426DDF93-78FD-48CF-BD33-E33AE9417348}">
      <dsp:nvSpPr>
        <dsp:cNvPr id="0" name=""/>
        <dsp:cNvSpPr/>
      </dsp:nvSpPr>
      <dsp:spPr>
        <a:xfrm>
          <a:off x="3521341" y="1491170"/>
          <a:ext cx="2207057" cy="1988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E428D"/>
            </a:buClr>
            <a:buSzTx/>
            <a:buFont typeface="Arial" panose="020B0604020202020204" pitchFamily="34" charset="0"/>
            <a:buNone/>
          </a:pPr>
          <a:r>
            <a:rPr kumimoji="0" lang="it-IT" altLang="it-IT" sz="1300" b="0" i="0" u="none" strike="noStrike" kern="1200" cap="none" normalizeH="0" baseline="0">
              <a:ln/>
              <a:effectLst/>
            </a:rPr>
            <a:t>Le recensioni non contenevano riferimenti diretti alle auto, quindi: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E428D"/>
            </a:buClr>
            <a:buSzTx/>
            <a:buFont typeface="Arial" panose="020B0604020202020204" pitchFamily="34" charset="0"/>
            <a:buNone/>
          </a:pPr>
          <a:r>
            <a:rPr lang="it-IT" sz="1300" kern="1200"/>
            <a:t>- </a:t>
          </a:r>
          <a:r>
            <a:rPr kumimoji="0" lang="it-IT" altLang="it-IT" sz="1300" b="0" i="0" u="none" strike="noStrike" kern="1200" cap="none" normalizeH="0" baseline="0">
              <a:ln/>
              <a:effectLst/>
            </a:rPr>
            <a:t>Abbiamo </a:t>
          </a:r>
          <a:r>
            <a:rPr kumimoji="0" lang="it-IT" altLang="it-IT" sz="1300" b="1" i="0" u="none" strike="noStrike" kern="1200" cap="none" normalizeH="0" baseline="0">
              <a:ln/>
              <a:effectLst/>
            </a:rPr>
            <a:t>estratto marca, modello e anno</a:t>
          </a:r>
          <a:r>
            <a:rPr kumimoji="0" lang="it-IT" altLang="it-IT" sz="1300" b="0" i="0" u="none" strike="noStrike" kern="1200" cap="none" normalizeH="0" baseline="0">
              <a:ln/>
              <a:effectLst/>
            </a:rPr>
            <a:t> dal titolo del veicolo.</a:t>
          </a:r>
          <a:endParaRPr lang="it-IT" sz="1300" kern="1200" dirty="0"/>
        </a:p>
      </dsp:txBody>
      <dsp:txXfrm>
        <a:off x="3618398" y="1588227"/>
        <a:ext cx="2012943" cy="1794113"/>
      </dsp:txXfrm>
    </dsp:sp>
    <dsp:sp modelId="{3D8F1E72-4E0C-48F2-9871-A2D5BE4AB07B}">
      <dsp:nvSpPr>
        <dsp:cNvPr id="0" name=""/>
        <dsp:cNvSpPr/>
      </dsp:nvSpPr>
      <dsp:spPr>
        <a:xfrm>
          <a:off x="5812112" y="1491170"/>
          <a:ext cx="1674270" cy="1988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E428D"/>
            </a:buClr>
            <a:buSzTx/>
            <a:buFont typeface="Arial" panose="020B0604020202020204" pitchFamily="34" charset="0"/>
            <a:buNone/>
          </a:pPr>
          <a:r>
            <a:rPr kumimoji="0" lang="it-IT" altLang="it-IT" sz="1300" b="0" i="0" u="none" strike="noStrike" kern="1200" cap="none" normalizeH="0" baseline="0">
              <a:ln/>
              <a:effectLst/>
            </a:rPr>
            <a:t>Creazione di un </a:t>
          </a:r>
          <a:r>
            <a:rPr kumimoji="0" lang="it-IT" altLang="it-IT" sz="1300" b="1" i="0" u="none" strike="noStrike" kern="1200" cap="none" normalizeH="0" baseline="0">
              <a:ln/>
              <a:effectLst/>
            </a:rPr>
            <a:t>dizionario di mappatura</a:t>
          </a:r>
          <a:r>
            <a:rPr kumimoji="0" lang="it-IT" altLang="it-IT" sz="1300" b="0" i="0" u="none" strike="noStrike" kern="1200" cap="none" normalizeH="0" baseline="0">
              <a:ln/>
              <a:effectLst/>
            </a:rPr>
            <a:t> (Make, Model, Year) → id_car.</a:t>
          </a:r>
          <a:endParaRPr lang="it-IT" sz="1300" kern="1200" dirty="0"/>
        </a:p>
      </dsp:txBody>
      <dsp:txXfrm>
        <a:off x="5893843" y="1572901"/>
        <a:ext cx="1510808" cy="1824765"/>
      </dsp:txXfrm>
    </dsp:sp>
    <dsp:sp modelId="{05BC370E-0DDA-4D94-B8DE-42F33C00535C}">
      <dsp:nvSpPr>
        <dsp:cNvPr id="0" name=""/>
        <dsp:cNvSpPr/>
      </dsp:nvSpPr>
      <dsp:spPr>
        <a:xfrm>
          <a:off x="7570096" y="1491170"/>
          <a:ext cx="1674270" cy="1988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E428D"/>
            </a:buClr>
            <a:buSzTx/>
            <a:buFont typeface="Arial" panose="020B0604020202020204" pitchFamily="34" charset="0"/>
            <a:buNone/>
          </a:pPr>
          <a:r>
            <a:rPr kumimoji="0" lang="it-IT" altLang="it-IT" sz="1300" b="0" i="0" u="none" strike="noStrike" kern="1200" cap="none" normalizeH="0" baseline="0">
              <a:ln/>
              <a:effectLst/>
            </a:rPr>
            <a:t>Assegnazione dell’</a:t>
          </a:r>
          <a:r>
            <a:rPr kumimoji="0" lang="it-IT" altLang="it-IT" sz="1300" b="1" i="0" u="none" strike="noStrike" kern="1200" cap="none" normalizeH="0" baseline="0">
              <a:ln/>
              <a:effectLst/>
            </a:rPr>
            <a:t>id_car corretto a ogni recensione</a:t>
          </a:r>
          <a:r>
            <a:rPr kumimoji="0" lang="it-IT" altLang="it-IT" sz="1300" b="0" i="0" u="none" strike="noStrike" kern="1200" cap="none" normalizeH="0" baseline="0">
              <a:ln/>
              <a:effectLst/>
            </a:rPr>
            <a:t>, usando la mappatura.</a:t>
          </a:r>
          <a:endParaRPr lang="it-IT" sz="1300" kern="1200" dirty="0"/>
        </a:p>
      </dsp:txBody>
      <dsp:txXfrm>
        <a:off x="7651827" y="1572901"/>
        <a:ext cx="1510808" cy="1824765"/>
      </dsp:txXfrm>
    </dsp:sp>
    <dsp:sp modelId="{B61ECEDB-B30B-4CE7-8935-6AC3653B759F}">
      <dsp:nvSpPr>
        <dsp:cNvPr id="0" name=""/>
        <dsp:cNvSpPr/>
      </dsp:nvSpPr>
      <dsp:spPr>
        <a:xfrm>
          <a:off x="9328080" y="1491170"/>
          <a:ext cx="1674270" cy="1988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E428D"/>
            </a:buClr>
            <a:buSzTx/>
            <a:buFont typeface="Arial" panose="020B0604020202020204" pitchFamily="34" charset="0"/>
            <a:buNone/>
          </a:pPr>
          <a:r>
            <a:rPr kumimoji="0" lang="it-IT" altLang="it-IT" sz="1300" b="1" i="0" u="none" strike="noStrike" kern="1200" cap="none" normalizeH="0" baseline="0">
              <a:ln/>
              <a:effectLst/>
            </a:rPr>
            <a:t>Rimozione delle recensioni</a:t>
          </a:r>
          <a:r>
            <a:rPr kumimoji="0" lang="it-IT" altLang="it-IT" sz="1300" b="0" i="0" u="none" strike="noStrike" kern="1200" cap="none" normalizeH="0" baseline="0">
              <a:ln/>
              <a:effectLst/>
            </a:rPr>
            <a:t> che non corrispondevano ad alcuna auto nel dataset principale.</a:t>
          </a:r>
          <a:endParaRPr kumimoji="0" lang="it-IT" altLang="it-IT" sz="1300" b="0" i="0" u="none" strike="noStrike" kern="1200" cap="none" normalizeH="0" baseline="0" dirty="0">
            <a:ln/>
            <a:effectLst/>
          </a:endParaRPr>
        </a:p>
      </dsp:txBody>
      <dsp:txXfrm>
        <a:off x="9409811" y="1572901"/>
        <a:ext cx="1510808" cy="18247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53326-BB28-458C-94AC-DF3E4DCFCF63}">
      <dsp:nvSpPr>
        <dsp:cNvPr id="0" name=""/>
        <dsp:cNvSpPr/>
      </dsp:nvSpPr>
      <dsp:spPr>
        <a:xfrm>
          <a:off x="0" y="617489"/>
          <a:ext cx="5835601" cy="11399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3A2594-33E3-4243-AF40-DC8DBBC299B7}">
      <dsp:nvSpPr>
        <dsp:cNvPr id="0" name=""/>
        <dsp:cNvSpPr/>
      </dsp:nvSpPr>
      <dsp:spPr>
        <a:xfrm>
          <a:off x="344844" y="873984"/>
          <a:ext cx="626989" cy="6269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DDA25-4CE8-40A3-9F4D-00E25624EF75}">
      <dsp:nvSpPr>
        <dsp:cNvPr id="0" name=""/>
        <dsp:cNvSpPr/>
      </dsp:nvSpPr>
      <dsp:spPr>
        <a:xfrm>
          <a:off x="1353612" y="617489"/>
          <a:ext cx="4254127" cy="1139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48" tIns="120648" rIns="120648" bIns="12064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i="0" kern="1200" dirty="0"/>
            <a:t>Due collezioni: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i="0" kern="1200" dirty="0"/>
            <a:t>- cars: rappresenta i modelli di auto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i="0" kern="1200" dirty="0"/>
            <a:t>- reviews: rappresenta le recensioni</a:t>
          </a:r>
          <a:endParaRPr lang="en-US" sz="1500" kern="1200" dirty="0"/>
        </a:p>
      </dsp:txBody>
      <dsp:txXfrm>
        <a:off x="1353612" y="617489"/>
        <a:ext cx="4254127" cy="1139980"/>
      </dsp:txXfrm>
    </dsp:sp>
    <dsp:sp modelId="{2774E4A3-DD15-4FC8-82E8-6006282FA3A1}">
      <dsp:nvSpPr>
        <dsp:cNvPr id="0" name=""/>
        <dsp:cNvSpPr/>
      </dsp:nvSpPr>
      <dsp:spPr>
        <a:xfrm>
          <a:off x="3942698" y="617489"/>
          <a:ext cx="1892903" cy="1139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48" tIns="120648" rIns="120648" bIns="12064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3942698" y="617489"/>
        <a:ext cx="1892903" cy="1139980"/>
      </dsp:txXfrm>
    </dsp:sp>
    <dsp:sp modelId="{C202E9A4-5227-4EA4-A07F-1DB87417D12A}">
      <dsp:nvSpPr>
        <dsp:cNvPr id="0" name=""/>
        <dsp:cNvSpPr/>
      </dsp:nvSpPr>
      <dsp:spPr>
        <a:xfrm>
          <a:off x="0" y="2042464"/>
          <a:ext cx="5835601" cy="11399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74654-B33E-4C8D-9D8E-D2D8E8EE37C8}">
      <dsp:nvSpPr>
        <dsp:cNvPr id="0" name=""/>
        <dsp:cNvSpPr/>
      </dsp:nvSpPr>
      <dsp:spPr>
        <a:xfrm>
          <a:off x="344844" y="2298960"/>
          <a:ext cx="626989" cy="6269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91A65-8054-41B5-A256-F1E0A1F2CBCC}">
      <dsp:nvSpPr>
        <dsp:cNvPr id="0" name=""/>
        <dsp:cNvSpPr/>
      </dsp:nvSpPr>
      <dsp:spPr>
        <a:xfrm>
          <a:off x="1316677" y="2042464"/>
          <a:ext cx="4518924" cy="1139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48" tIns="120648" rIns="120648" bIns="12064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i="0" kern="1200" dirty="0"/>
            <a:t>Collegamento semantico: </a:t>
          </a:r>
          <a:r>
            <a:rPr lang="it-IT" sz="1500" b="0" i="0" kern="1200" dirty="0" err="1"/>
            <a:t>reviews.id_car</a:t>
          </a:r>
          <a:r>
            <a:rPr lang="it-IT" sz="1500" b="0" i="0" kern="1200" dirty="0"/>
            <a:t> → cars.id</a:t>
          </a:r>
          <a:endParaRPr lang="en-US" sz="1500" kern="1200" dirty="0"/>
        </a:p>
      </dsp:txBody>
      <dsp:txXfrm>
        <a:off x="1316677" y="2042464"/>
        <a:ext cx="4518924" cy="1139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AB04A-FA39-48F2-BF41-3B1F0A5A69A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B84C3-261E-4B81-8DFC-813905C6AFD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284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E41B3-645F-94FC-0E52-0FF4F505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CC6DA89-9E39-36F8-1D80-7E2DCE902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3B34BD5-6C48-588C-1AFE-152875FB2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3A43090-BE0F-AD19-53E8-8FE110FA7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B84C3-261E-4B81-8DFC-813905C6AFD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1086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B84C3-261E-4B81-8DFC-813905C6AFD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106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477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8268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084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760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241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39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533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936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7791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541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1949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2071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2584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4150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7893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3548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350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7DC172A-300F-454E-8B3C-3D985D76825E}" type="datetimeFigureOut">
              <a:rPr lang="it-IT" smtClean="0"/>
              <a:t>25/07/2025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E389537-A469-4560-8082-A2BF828B51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896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nkkur13/edmundsconsumer-car-ratings-and-reviews" TargetMode="External"/><Relationship Id="rId2" Type="http://schemas.openxmlformats.org/officeDocument/2006/relationships/hyperlink" Target="https://www.kaggle.com/datasets/CooperUnion/cardataset?resource=downloa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hyperlink" Target="https://github.com/cost-02/ProgettoBD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1E7B0-7E86-3E28-56F7-51A68D86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E3D5F93-407B-4A83-B789-EDCD47CAB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55A6335-BD60-4A25-B1D3-DAF4D9BCC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DE6F50A-BF0C-4A8F-9267-E1375CB10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4" name="Freeform 18">
            <a:extLst>
              <a:ext uri="{FF2B5EF4-FFF2-40B4-BE49-F238E27FC236}">
                <a16:creationId xmlns:a16="http://schemas.microsoft.com/office/drawing/2014/main" id="{0B436B26-7BB1-4BD5-BEA7-B87A2A88C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800000">
            <a:off x="457200" y="794"/>
            <a:ext cx="11277600" cy="4395812"/>
          </a:xfrm>
          <a:custGeom>
            <a:avLst/>
            <a:gdLst>
              <a:gd name="connsiteX0" fmla="*/ 11277600 w 11277600"/>
              <a:gd name="connsiteY0" fmla="*/ 4395812 h 4395812"/>
              <a:gd name="connsiteX1" fmla="*/ 0 w 11277600"/>
              <a:gd name="connsiteY1" fmla="*/ 4395812 h 4395812"/>
              <a:gd name="connsiteX2" fmla="*/ 0 w 11277600"/>
              <a:gd name="connsiteY2" fmla="*/ 0 h 4395812"/>
              <a:gd name="connsiteX3" fmla="*/ 66675 w 11277600"/>
              <a:gd name="connsiteY3" fmla="*/ 9525 h 4395812"/>
              <a:gd name="connsiteX4" fmla="*/ 261938 w 11277600"/>
              <a:gd name="connsiteY4" fmla="*/ 36513 h 4395812"/>
              <a:gd name="connsiteX5" fmla="*/ 403225 w 11277600"/>
              <a:gd name="connsiteY5" fmla="*/ 55563 h 4395812"/>
              <a:gd name="connsiteX6" fmla="*/ 573088 w 11277600"/>
              <a:gd name="connsiteY6" fmla="*/ 76200 h 4395812"/>
              <a:gd name="connsiteX7" fmla="*/ 773112 w 11277600"/>
              <a:gd name="connsiteY7" fmla="*/ 100013 h 4395812"/>
              <a:gd name="connsiteX8" fmla="*/ 995362 w 11277600"/>
              <a:gd name="connsiteY8" fmla="*/ 125413 h 4395812"/>
              <a:gd name="connsiteX9" fmla="*/ 1246188 w 11277600"/>
              <a:gd name="connsiteY9" fmla="*/ 152400 h 4395812"/>
              <a:gd name="connsiteX10" fmla="*/ 1519238 w 11277600"/>
              <a:gd name="connsiteY10" fmla="*/ 180975 h 4395812"/>
              <a:gd name="connsiteX11" fmla="*/ 1816100 w 11277600"/>
              <a:gd name="connsiteY11" fmla="*/ 209550 h 4395812"/>
              <a:gd name="connsiteX12" fmla="*/ 2132012 w 11277600"/>
              <a:gd name="connsiteY12" fmla="*/ 238125 h 4395812"/>
              <a:gd name="connsiteX13" fmla="*/ 2471738 w 11277600"/>
              <a:gd name="connsiteY13" fmla="*/ 265113 h 4395812"/>
              <a:gd name="connsiteX14" fmla="*/ 2828925 w 11277600"/>
              <a:gd name="connsiteY14" fmla="*/ 290513 h 4395812"/>
              <a:gd name="connsiteX15" fmla="*/ 3205162 w 11277600"/>
              <a:gd name="connsiteY15" fmla="*/ 314325 h 4395812"/>
              <a:gd name="connsiteX16" fmla="*/ 3597275 w 11277600"/>
              <a:gd name="connsiteY16" fmla="*/ 336550 h 4395812"/>
              <a:gd name="connsiteX17" fmla="*/ 4006850 w 11277600"/>
              <a:gd name="connsiteY17" fmla="*/ 357188 h 4395812"/>
              <a:gd name="connsiteX18" fmla="*/ 4216400 w 11277600"/>
              <a:gd name="connsiteY18" fmla="*/ 365125 h 4395812"/>
              <a:gd name="connsiteX19" fmla="*/ 4430713 w 11277600"/>
              <a:gd name="connsiteY19" fmla="*/ 373063 h 4395812"/>
              <a:gd name="connsiteX20" fmla="*/ 4648200 w 11277600"/>
              <a:gd name="connsiteY20" fmla="*/ 381000 h 4395812"/>
              <a:gd name="connsiteX21" fmla="*/ 4867275 w 11277600"/>
              <a:gd name="connsiteY21" fmla="*/ 385763 h 4395812"/>
              <a:gd name="connsiteX22" fmla="*/ 5091113 w 11277600"/>
              <a:gd name="connsiteY22" fmla="*/ 390525 h 4395812"/>
              <a:gd name="connsiteX23" fmla="*/ 5316538 w 11277600"/>
              <a:gd name="connsiteY23" fmla="*/ 395288 h 4395812"/>
              <a:gd name="connsiteX24" fmla="*/ 5546725 w 11277600"/>
              <a:gd name="connsiteY24" fmla="*/ 398463 h 4395812"/>
              <a:gd name="connsiteX25" fmla="*/ 5778500 w 11277600"/>
              <a:gd name="connsiteY25" fmla="*/ 398463 h 4395812"/>
              <a:gd name="connsiteX26" fmla="*/ 6013450 w 11277600"/>
              <a:gd name="connsiteY26" fmla="*/ 400050 h 4395812"/>
              <a:gd name="connsiteX27" fmla="*/ 6249988 w 11277600"/>
              <a:gd name="connsiteY27" fmla="*/ 398463 h 4395812"/>
              <a:gd name="connsiteX28" fmla="*/ 6489700 w 11277600"/>
              <a:gd name="connsiteY28" fmla="*/ 395288 h 4395812"/>
              <a:gd name="connsiteX29" fmla="*/ 6731000 w 11277600"/>
              <a:gd name="connsiteY29" fmla="*/ 392113 h 4395812"/>
              <a:gd name="connsiteX30" fmla="*/ 6973888 w 11277600"/>
              <a:gd name="connsiteY30" fmla="*/ 385763 h 4395812"/>
              <a:gd name="connsiteX31" fmla="*/ 7219950 w 11277600"/>
              <a:gd name="connsiteY31" fmla="*/ 379413 h 4395812"/>
              <a:gd name="connsiteX32" fmla="*/ 7466013 w 11277600"/>
              <a:gd name="connsiteY32" fmla="*/ 371475 h 4395812"/>
              <a:gd name="connsiteX33" fmla="*/ 7713662 w 11277600"/>
              <a:gd name="connsiteY33" fmla="*/ 360363 h 4395812"/>
              <a:gd name="connsiteX34" fmla="*/ 7964487 w 11277600"/>
              <a:gd name="connsiteY34" fmla="*/ 347663 h 4395812"/>
              <a:gd name="connsiteX35" fmla="*/ 8215312 w 11277600"/>
              <a:gd name="connsiteY35" fmla="*/ 334963 h 4395812"/>
              <a:gd name="connsiteX36" fmla="*/ 8467725 w 11277600"/>
              <a:gd name="connsiteY36" fmla="*/ 319088 h 4395812"/>
              <a:gd name="connsiteX37" fmla="*/ 8721725 w 11277600"/>
              <a:gd name="connsiteY37" fmla="*/ 300038 h 4395812"/>
              <a:gd name="connsiteX38" fmla="*/ 8974138 w 11277600"/>
              <a:gd name="connsiteY38" fmla="*/ 280988 h 4395812"/>
              <a:gd name="connsiteX39" fmla="*/ 9229725 w 11277600"/>
              <a:gd name="connsiteY39" fmla="*/ 258763 h 4395812"/>
              <a:gd name="connsiteX40" fmla="*/ 9486900 w 11277600"/>
              <a:gd name="connsiteY40" fmla="*/ 234950 h 4395812"/>
              <a:gd name="connsiteX41" fmla="*/ 9740900 w 11277600"/>
              <a:gd name="connsiteY41" fmla="*/ 209550 h 4395812"/>
              <a:gd name="connsiteX42" fmla="*/ 9998075 w 11277600"/>
              <a:gd name="connsiteY42" fmla="*/ 179388 h 4395812"/>
              <a:gd name="connsiteX43" fmla="*/ 10253662 w 11277600"/>
              <a:gd name="connsiteY43" fmla="*/ 147638 h 4395812"/>
              <a:gd name="connsiteX44" fmla="*/ 10510838 w 11277600"/>
              <a:gd name="connsiteY44" fmla="*/ 115888 h 4395812"/>
              <a:gd name="connsiteX45" fmla="*/ 10766425 w 11277600"/>
              <a:gd name="connsiteY45" fmla="*/ 79375 h 4395812"/>
              <a:gd name="connsiteX46" fmla="*/ 11022012 w 11277600"/>
              <a:gd name="connsiteY46" fmla="*/ 41275 h 4395812"/>
              <a:gd name="connsiteX47" fmla="*/ 11277600 w 11277600"/>
              <a:gd name="connsiteY47" fmla="*/ 1588 h 439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77600" h="4395812">
                <a:moveTo>
                  <a:pt x="11277600" y="4395812"/>
                </a:moveTo>
                <a:lnTo>
                  <a:pt x="0" y="4395812"/>
                </a:lnTo>
                <a:lnTo>
                  <a:pt x="0" y="0"/>
                </a:lnTo>
                <a:lnTo>
                  <a:pt x="66675" y="9525"/>
                </a:lnTo>
                <a:lnTo>
                  <a:pt x="261938" y="36513"/>
                </a:lnTo>
                <a:lnTo>
                  <a:pt x="403225" y="55563"/>
                </a:lnTo>
                <a:lnTo>
                  <a:pt x="573088" y="76200"/>
                </a:lnTo>
                <a:lnTo>
                  <a:pt x="773112" y="100013"/>
                </a:lnTo>
                <a:lnTo>
                  <a:pt x="995362" y="125413"/>
                </a:lnTo>
                <a:lnTo>
                  <a:pt x="1246188" y="152400"/>
                </a:lnTo>
                <a:lnTo>
                  <a:pt x="1519238" y="180975"/>
                </a:lnTo>
                <a:lnTo>
                  <a:pt x="1816100" y="209550"/>
                </a:lnTo>
                <a:lnTo>
                  <a:pt x="2132012" y="238125"/>
                </a:lnTo>
                <a:lnTo>
                  <a:pt x="2471738" y="265113"/>
                </a:lnTo>
                <a:lnTo>
                  <a:pt x="2828925" y="290513"/>
                </a:lnTo>
                <a:lnTo>
                  <a:pt x="3205162" y="314325"/>
                </a:lnTo>
                <a:lnTo>
                  <a:pt x="3597275" y="336550"/>
                </a:lnTo>
                <a:lnTo>
                  <a:pt x="4006850" y="357188"/>
                </a:lnTo>
                <a:lnTo>
                  <a:pt x="4216400" y="365125"/>
                </a:lnTo>
                <a:lnTo>
                  <a:pt x="4430713" y="373063"/>
                </a:lnTo>
                <a:lnTo>
                  <a:pt x="4648200" y="381000"/>
                </a:lnTo>
                <a:lnTo>
                  <a:pt x="4867275" y="385763"/>
                </a:lnTo>
                <a:lnTo>
                  <a:pt x="5091113" y="390525"/>
                </a:lnTo>
                <a:lnTo>
                  <a:pt x="5316538" y="395288"/>
                </a:lnTo>
                <a:lnTo>
                  <a:pt x="5546725" y="398463"/>
                </a:lnTo>
                <a:lnTo>
                  <a:pt x="5778500" y="398463"/>
                </a:lnTo>
                <a:lnTo>
                  <a:pt x="6013450" y="400050"/>
                </a:lnTo>
                <a:lnTo>
                  <a:pt x="6249988" y="398463"/>
                </a:lnTo>
                <a:lnTo>
                  <a:pt x="6489700" y="395288"/>
                </a:lnTo>
                <a:lnTo>
                  <a:pt x="6731000" y="392113"/>
                </a:lnTo>
                <a:lnTo>
                  <a:pt x="6973888" y="385763"/>
                </a:lnTo>
                <a:lnTo>
                  <a:pt x="7219950" y="379413"/>
                </a:lnTo>
                <a:lnTo>
                  <a:pt x="7466013" y="371475"/>
                </a:lnTo>
                <a:lnTo>
                  <a:pt x="7713662" y="360363"/>
                </a:lnTo>
                <a:lnTo>
                  <a:pt x="7964487" y="347663"/>
                </a:lnTo>
                <a:lnTo>
                  <a:pt x="8215312" y="334963"/>
                </a:lnTo>
                <a:lnTo>
                  <a:pt x="8467725" y="319088"/>
                </a:lnTo>
                <a:lnTo>
                  <a:pt x="8721725" y="300038"/>
                </a:lnTo>
                <a:lnTo>
                  <a:pt x="8974138" y="280988"/>
                </a:lnTo>
                <a:lnTo>
                  <a:pt x="9229725" y="258763"/>
                </a:lnTo>
                <a:lnTo>
                  <a:pt x="9486900" y="234950"/>
                </a:lnTo>
                <a:lnTo>
                  <a:pt x="9740900" y="209550"/>
                </a:lnTo>
                <a:lnTo>
                  <a:pt x="9998075" y="179388"/>
                </a:lnTo>
                <a:lnTo>
                  <a:pt x="10253662" y="147638"/>
                </a:lnTo>
                <a:lnTo>
                  <a:pt x="10510838" y="115888"/>
                </a:lnTo>
                <a:lnTo>
                  <a:pt x="10766425" y="79375"/>
                </a:lnTo>
                <a:lnTo>
                  <a:pt x="11022012" y="41275"/>
                </a:lnTo>
                <a:lnTo>
                  <a:pt x="11277600" y="1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6" name="Freeform 5">
            <a:extLst>
              <a:ext uri="{FF2B5EF4-FFF2-40B4-BE49-F238E27FC236}">
                <a16:creationId xmlns:a16="http://schemas.microsoft.com/office/drawing/2014/main" id="{EF23D1DD-F2C9-4A12-B3A1-FCF76A5F5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263767" y="3979830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96FDBF96-01FB-4664-9221-0479F5B3D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3E3DD82-E71B-AC80-58AC-1F794B8F7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976" y="4174067"/>
            <a:ext cx="10893094" cy="1481440"/>
          </a:xfrm>
        </p:spPr>
        <p:txBody>
          <a:bodyPr>
            <a:normAutofit/>
          </a:bodyPr>
          <a:lstStyle/>
          <a:p>
            <a:pPr algn="ctr"/>
            <a:r>
              <a:rPr lang="it-IT" sz="7200" b="1" dirty="0"/>
              <a:t>Car Reviews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246BC15-F9AD-D922-5EC2-D1825D4E3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529" y="5656301"/>
            <a:ext cx="9684774" cy="535304"/>
          </a:xfrm>
        </p:spPr>
        <p:txBody>
          <a:bodyPr>
            <a:norm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SISTEMA NOSQL PER LA GESTIONE E L’ANALISI DI RECENSIONI DI AUTOMOBILI</a:t>
            </a:r>
          </a:p>
        </p:txBody>
      </p:sp>
      <p:pic>
        <p:nvPicPr>
          <p:cNvPr id="7" name="Immagine 6" descr="Immagine che contiene stella, silhouette, creatività&#10;&#10;Il contenuto generato dall'IA potrebbe non essere corretto.">
            <a:extLst>
              <a:ext uri="{FF2B5EF4-FFF2-40B4-BE49-F238E27FC236}">
                <a16:creationId xmlns:a16="http://schemas.microsoft.com/office/drawing/2014/main" id="{80DF0D9E-78C6-1E7C-DEFD-DD19740DC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562" y="212374"/>
            <a:ext cx="3770873" cy="2517058"/>
          </a:xfrm>
          <a:prstGeom prst="roundRect">
            <a:avLst>
              <a:gd name="adj" fmla="val 1858"/>
            </a:avLst>
          </a:prstGeom>
          <a:effectLst/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F57E0296-BEF2-46FB-BDFD-F18965CFE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9" name="Immagine 8" descr="Immagine che contiene schizzo, disegno, Line art, clipart&#10;&#10;Il contenuto generato dall'IA potrebbe non essere corretto.">
            <a:extLst>
              <a:ext uri="{FF2B5EF4-FFF2-40B4-BE49-F238E27FC236}">
                <a16:creationId xmlns:a16="http://schemas.microsoft.com/office/drawing/2014/main" id="{51A54B3F-4302-D474-7F5D-87794772F3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55" y="2042991"/>
            <a:ext cx="4063886" cy="124643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43E8633-80EB-E985-B6D7-24FF68C26855}"/>
              </a:ext>
            </a:extLst>
          </p:cNvPr>
          <p:cNvSpPr txBox="1"/>
          <p:nvPr/>
        </p:nvSpPr>
        <p:spPr>
          <a:xfrm>
            <a:off x="5323840" y="260588"/>
            <a:ext cx="170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Basi di Dati 2</a:t>
            </a:r>
          </a:p>
        </p:txBody>
      </p:sp>
    </p:spTree>
    <p:extLst>
      <p:ext uri="{BB962C8B-B14F-4D97-AF65-F5344CB8AC3E}">
        <p14:creationId xmlns:p14="http://schemas.microsoft.com/office/powerpoint/2010/main" val="85184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51452-1ADF-8FCD-3B4E-0B9D9E59E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schermata, blu, Blu intenso, luce&#10;&#10;Il contenuto generato dall'IA potrebbe non essere corretto.">
            <a:extLst>
              <a:ext uri="{FF2B5EF4-FFF2-40B4-BE49-F238E27FC236}">
                <a16:creationId xmlns:a16="http://schemas.microsoft.com/office/drawing/2014/main" id="{3BDB525B-6165-AB45-8702-2873144E20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0" r="-1" b="12242"/>
          <a:stretch>
            <a:fillRect/>
          </a:stretch>
        </p:blipFill>
        <p:spPr>
          <a:xfrm>
            <a:off x="474132" y="444500"/>
            <a:ext cx="11243735" cy="5939367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6FA00AFE-3B2D-EBF9-B9DE-3F3B36BA5AF9}"/>
              </a:ext>
            </a:extLst>
          </p:cNvPr>
          <p:cNvSpPr/>
          <p:nvPr/>
        </p:nvSpPr>
        <p:spPr>
          <a:xfrm>
            <a:off x="1244600" y="1498925"/>
            <a:ext cx="9702800" cy="337312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AD623FE-C3DA-1EA7-51BC-9CECEBF70AB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68499" y="1723337"/>
            <a:ext cx="8621713" cy="855663"/>
          </a:xfrm>
        </p:spPr>
        <p:txBody>
          <a:bodyPr>
            <a:normAutofit/>
          </a:bodyPr>
          <a:lstStyle/>
          <a:p>
            <a:r>
              <a:rPr lang="it-IT" b="1" dirty="0"/>
              <a:t>Obiettivo del progetto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6D9735-24D4-0E0F-A261-26B16C94E18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1968499" y="2682078"/>
            <a:ext cx="8255000" cy="2971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Creare un'applicazione CRUD che analizzi modelli di auto e relative recensioni.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Utilizzare un database No-SQL (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Collegare due collezioni tramite un attributo condiviso (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id_car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  <a:endParaRPr lang="it-IT" altLang="it-IT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Integrare un'interfaccia utente con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Rispettare il paradigma BASE e il Teorema CAP.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56FD42F-BD6F-087D-3E97-1B949F85B196}"/>
              </a:ext>
            </a:extLst>
          </p:cNvPr>
          <p:cNvSpPr/>
          <p:nvPr/>
        </p:nvSpPr>
        <p:spPr>
          <a:xfrm>
            <a:off x="10443632" y="0"/>
            <a:ext cx="685800" cy="1143000"/>
          </a:xfrm>
          <a:prstGeom prst="rect">
            <a:avLst/>
          </a:prstGeom>
          <a:solidFill>
            <a:srgbClr val="295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956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456EF306-C1DB-DCEE-EB46-06FE8DDF3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15" y="2332259"/>
            <a:ext cx="3007756" cy="1434168"/>
          </a:xfrm>
        </p:spPr>
        <p:txBody>
          <a:bodyPr anchor="ctr">
            <a:normAutofit/>
          </a:bodyPr>
          <a:lstStyle/>
          <a:p>
            <a:pPr algn="ctr"/>
            <a:r>
              <a:rPr lang="it-IT" sz="3200" b="1" dirty="0">
                <a:solidFill>
                  <a:schemeClr val="tx1"/>
                </a:solidFill>
              </a:rPr>
              <a:t>Dataset utilizzati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2C09D4-5616-CFD8-23A4-B332BA4C8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6567" y="1272534"/>
            <a:ext cx="4973576" cy="43088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400" dirty="0">
                <a:solidFill>
                  <a:schemeClr val="tx1"/>
                </a:solidFill>
              </a:rPr>
              <a:t>I dati utilizzati per il progetto sono pubblici e liberamente accessibili:</a:t>
            </a:r>
          </a:p>
          <a:p>
            <a:r>
              <a:rPr lang="it-IT" sz="1400" b="1" dirty="0">
                <a:solidFill>
                  <a:schemeClr val="tx1"/>
                </a:solidFill>
              </a:rPr>
              <a:t>Auto</a:t>
            </a:r>
            <a:r>
              <a:rPr lang="it-IT" sz="1400" dirty="0">
                <a:solidFill>
                  <a:schemeClr val="tx1"/>
                </a:solidFill>
              </a:rPr>
              <a:t>:</a:t>
            </a:r>
            <a:br>
              <a:rPr lang="it-IT" sz="1400" dirty="0">
                <a:solidFill>
                  <a:schemeClr val="tx1"/>
                </a:solidFill>
              </a:rPr>
            </a:br>
            <a:r>
              <a:rPr lang="it-IT" sz="1400" dirty="0" err="1">
                <a:solidFill>
                  <a:schemeClr val="tx1"/>
                </a:solidFill>
                <a:hlinkClick r:id="rId2"/>
              </a:rPr>
              <a:t>Cardataset</a:t>
            </a:r>
            <a:r>
              <a:rPr lang="it-IT" sz="1400" dirty="0">
                <a:solidFill>
                  <a:schemeClr val="tx1"/>
                </a:solidFill>
                <a:hlinkClick r:id="rId2"/>
              </a:rPr>
              <a:t> - </a:t>
            </a:r>
            <a:r>
              <a:rPr lang="it-IT" sz="1400" dirty="0" err="1">
                <a:solidFill>
                  <a:schemeClr val="tx1"/>
                </a:solidFill>
                <a:hlinkClick r:id="rId2"/>
              </a:rPr>
              <a:t>Kaggle</a:t>
            </a:r>
            <a:endParaRPr lang="it-IT" sz="1400" dirty="0">
              <a:solidFill>
                <a:schemeClr val="tx1"/>
              </a:solidFill>
            </a:endParaRPr>
          </a:p>
          <a:p>
            <a:r>
              <a:rPr lang="it-IT" sz="1400" b="1" dirty="0">
                <a:solidFill>
                  <a:schemeClr val="tx1"/>
                </a:solidFill>
              </a:rPr>
              <a:t>Recensioni</a:t>
            </a:r>
            <a:r>
              <a:rPr lang="it-IT" sz="1400" dirty="0">
                <a:solidFill>
                  <a:schemeClr val="tx1"/>
                </a:solidFill>
              </a:rPr>
              <a:t>:</a:t>
            </a:r>
            <a:br>
              <a:rPr lang="it-IT" sz="1400" dirty="0">
                <a:solidFill>
                  <a:schemeClr val="tx1"/>
                </a:solidFill>
              </a:rPr>
            </a:br>
            <a:r>
              <a:rPr lang="it-IT" sz="1400" dirty="0" err="1">
                <a:solidFill>
                  <a:schemeClr val="tx1"/>
                </a:solidFill>
                <a:hlinkClick r:id="rId3"/>
              </a:rPr>
              <a:t>Edmunds</a:t>
            </a:r>
            <a:r>
              <a:rPr lang="it-IT" sz="1400" dirty="0">
                <a:solidFill>
                  <a:schemeClr val="tx1"/>
                </a:solidFill>
                <a:hlinkClick r:id="rId3"/>
              </a:rPr>
              <a:t> Consumer Car Reviews - </a:t>
            </a:r>
            <a:r>
              <a:rPr lang="it-IT" sz="1400" dirty="0" err="1">
                <a:solidFill>
                  <a:schemeClr val="tx1"/>
                </a:solidFill>
                <a:hlinkClick r:id="rId3"/>
              </a:rPr>
              <a:t>Kaggle</a:t>
            </a:r>
            <a:endParaRPr lang="it-IT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it-IT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it-IT" sz="1400" dirty="0">
                <a:solidFill>
                  <a:schemeClr val="tx1"/>
                </a:solidFill>
              </a:rPr>
              <a:t>Abbiamo lavorato con:</a:t>
            </a:r>
          </a:p>
          <a:p>
            <a:r>
              <a:rPr lang="it-IT" sz="1400" dirty="0">
                <a:solidFill>
                  <a:schemeClr val="tx1"/>
                </a:solidFill>
              </a:rPr>
              <a:t>Un dataset unico contenente tutte le auto disponibili</a:t>
            </a:r>
          </a:p>
          <a:p>
            <a:r>
              <a:rPr lang="it-IT" sz="1400" dirty="0">
                <a:solidFill>
                  <a:schemeClr val="tx1"/>
                </a:solidFill>
              </a:rPr>
              <a:t>Più dataset di recensioni, suddivisi per marca</a:t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89B17F16-62ED-92F5-C0F2-9DEF4C8B9C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449" t="13737"/>
          <a:stretch>
            <a:fillRect/>
          </a:stretch>
        </p:blipFill>
        <p:spPr>
          <a:xfrm>
            <a:off x="2018099" y="3674532"/>
            <a:ext cx="1299392" cy="176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60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31B8D-01A2-5130-6253-B12D21CB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720476-9D2D-8A0B-ED74-232E9CCB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823013"/>
            <a:ext cx="12191999" cy="706964"/>
          </a:xfrm>
        </p:spPr>
        <p:txBody>
          <a:bodyPr/>
          <a:lstStyle/>
          <a:p>
            <a:pPr algn="ctr"/>
            <a:r>
              <a:rPr lang="it-IT" sz="3600" b="1" dirty="0"/>
              <a:t>Pulizia e Integrazione dei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10CC86-673C-5CA2-B247-AD362209CB0C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2895600"/>
            <a:ext cx="2792413" cy="3128963"/>
          </a:xfrm>
        </p:spPr>
        <p:txBody>
          <a:bodyPr/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4" name="Elemento grafico 43" descr="Secchio e straccio con riempimento a tinta unita">
            <a:extLst>
              <a:ext uri="{FF2B5EF4-FFF2-40B4-BE49-F238E27FC236}">
                <a16:creationId xmlns:a16="http://schemas.microsoft.com/office/drawing/2014/main" id="{7678BD25-5B08-FA17-F045-3145B80EC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05547" y="320684"/>
            <a:ext cx="502329" cy="502329"/>
          </a:xfrm>
          <a:prstGeom prst="rect">
            <a:avLst/>
          </a:prstGeom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625FB304-D4AB-5396-4497-CFE95E92B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444" y="2959100"/>
            <a:ext cx="3679512" cy="3898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/>
            </a:pPr>
            <a:endParaRPr lang="en-US" altLang="it-IT" dirty="0">
              <a:solidFill>
                <a:schemeClr val="bg1"/>
              </a:solidFill>
            </a:endParaRPr>
          </a:p>
        </p:txBody>
      </p:sp>
      <p:graphicFrame>
        <p:nvGraphicFramePr>
          <p:cNvPr id="9" name="Diagramma 8">
            <a:extLst>
              <a:ext uri="{FF2B5EF4-FFF2-40B4-BE49-F238E27FC236}">
                <a16:creationId xmlns:a16="http://schemas.microsoft.com/office/drawing/2014/main" id="{5FC4E0F1-D320-1152-D974-8303FE4B8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4004126"/>
              </p:ext>
            </p:extLst>
          </p:nvPr>
        </p:nvGraphicFramePr>
        <p:xfrm>
          <a:off x="592137" y="1584740"/>
          <a:ext cx="11007725" cy="4970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14812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7DD88FE-01A0-4F04-99DC-2B1140F59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2E9868-C728-43FF-95CC-38902E514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343043" y="402165"/>
            <a:ext cx="673865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12A5749-6A2A-4FAF-824E-16E9569B9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9519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A2615BF4-8323-4853-9A41-09C4DFBC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6355223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E68B4297-39F1-4DD7-A4EF-8E4E50111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512068" y="2801721"/>
            <a:ext cx="6053670" cy="1254558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DFAF1DD-0169-4D59-8646-8EFAD90F4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81884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E45D7473-2985-4534-8629-4C76A563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C521F29-D959-8334-FBF6-FDA4AE999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239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Struttura</a:t>
            </a:r>
            <a:r>
              <a:rPr lang="en-US" b="1" dirty="0">
                <a:solidFill>
                  <a:srgbClr val="EBEBEB"/>
                </a:solidFill>
              </a:rPr>
              <a:t> del database MongoDB</a:t>
            </a:r>
            <a:endParaRPr lang="it-IT" b="1" dirty="0">
              <a:solidFill>
                <a:srgbClr val="EBEBEB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8277BD-4019-4E99-866A-1EA4007EC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B1BFA723-7B40-EE4F-C56B-3E64B8C55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2542341"/>
              </p:ext>
            </p:extLst>
          </p:nvPr>
        </p:nvGraphicFramePr>
        <p:xfrm>
          <a:off x="1205880" y="384431"/>
          <a:ext cx="5835602" cy="3799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magine 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DC81FDD5-7B83-6D7B-472C-06B378F4CD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880" y="3845964"/>
            <a:ext cx="5841404" cy="237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38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7E0A9-025A-3F07-48BC-2B2A4472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4BFE49-AD73-01C0-0993-515DE7855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309" y="437338"/>
            <a:ext cx="3669738" cy="27051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200" b="1" dirty="0"/>
              <a:t>Architettura dell’applicazione</a:t>
            </a:r>
            <a:endParaRPr lang="en-US" sz="3200" b="1" dirty="0"/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37418F33-4DCE-C267-E4C8-2D81FBE59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1893" y="1356829"/>
            <a:ext cx="2375548" cy="929562"/>
          </a:xfrm>
          <a:prstGeom prst="rect">
            <a:avLst/>
          </a:prstGeom>
        </p:spPr>
      </p:pic>
      <p:pic>
        <p:nvPicPr>
          <p:cNvPr id="14" name="Immagine 13" descr="Immagine che contiene Elementi grafici, Carattere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62A90CCF-C201-E76F-2D81-613CE104B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526" y="3142438"/>
            <a:ext cx="2723678" cy="73539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295E518-3C02-A220-8820-DC3A73904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5469" y="3937752"/>
            <a:ext cx="1808395" cy="1808395"/>
          </a:xfrm>
          <a:prstGeom prst="rect">
            <a:avLst/>
          </a:prstGeom>
        </p:spPr>
      </p:pic>
      <p:sp>
        <p:nvSpPr>
          <p:cNvPr id="5" name="Freccia bidirezionale verticale 4">
            <a:extLst>
              <a:ext uri="{FF2B5EF4-FFF2-40B4-BE49-F238E27FC236}">
                <a16:creationId xmlns:a16="http://schemas.microsoft.com/office/drawing/2014/main" id="{9BFAD0C3-6BEF-3582-409F-AE2C336BBD40}"/>
              </a:ext>
            </a:extLst>
          </p:cNvPr>
          <p:cNvSpPr/>
          <p:nvPr/>
        </p:nvSpPr>
        <p:spPr>
          <a:xfrm rot="3104579">
            <a:off x="7627546" y="3866890"/>
            <a:ext cx="325907" cy="835741"/>
          </a:xfrm>
          <a:prstGeom prst="upDownArrow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Freccia bidirezionale verticale 5">
            <a:extLst>
              <a:ext uri="{FF2B5EF4-FFF2-40B4-BE49-F238E27FC236}">
                <a16:creationId xmlns:a16="http://schemas.microsoft.com/office/drawing/2014/main" id="{BF4B5038-A407-0B94-07A7-CC7C2D57881A}"/>
              </a:ext>
            </a:extLst>
          </p:cNvPr>
          <p:cNvSpPr/>
          <p:nvPr/>
        </p:nvSpPr>
        <p:spPr>
          <a:xfrm rot="18231121">
            <a:off x="7618767" y="2296544"/>
            <a:ext cx="325907" cy="835741"/>
          </a:xfrm>
          <a:prstGeom prst="upDownArrow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3FD636F-EF52-A49F-0198-39C5291FB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309" y="2640875"/>
            <a:ext cx="3679512" cy="3898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/>
            </a:pPr>
            <a:r>
              <a:rPr kumimoji="0" lang="en-US" altLang="it-IT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Backend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Flask (Python)</a:t>
            </a:r>
          </a:p>
          <a:p>
            <a:pPr marL="285750" marR="0" lvl="0" indent="-28575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/>
            </a:pPr>
            <a:r>
              <a:rPr kumimoji="0" lang="en-US" altLang="it-IT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Database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MongoDB</a:t>
            </a:r>
            <a:endParaRPr lang="en-US" altLang="it-IT" dirty="0">
              <a:solidFill>
                <a:schemeClr val="bg1"/>
              </a:solidFill>
            </a:endParaRPr>
          </a:p>
          <a:p>
            <a:pPr marL="285750" indent="-28575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kumimoji="0" lang="en-US" altLang="it-IT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CRUD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+ </a:t>
            </a:r>
            <a:r>
              <a:rPr kumimoji="0" lang="en-US" altLang="it-IT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JOIN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it-IT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simulato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it-IT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tra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it-IT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collezioni</a:t>
            </a:r>
            <a:endParaRPr kumimoji="0" lang="en-US" altLang="it-IT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/>
            </a:pPr>
            <a:r>
              <a:rPr kumimoji="0" lang="en-US" altLang="it-IT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UI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it-IT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minimale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per </a:t>
            </a:r>
            <a:r>
              <a:rPr kumimoji="0" lang="en-US" altLang="it-IT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inserimento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 </a:t>
            </a:r>
            <a:r>
              <a:rPr kumimoji="0" lang="en-US" altLang="it-IT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visualizzazione</a:t>
            </a:r>
            <a:r>
              <a:rPr kumimoji="0" lang="en-US" altLang="it-IT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it-IT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dati</a:t>
            </a:r>
            <a:endParaRPr kumimoji="0" lang="en-US" altLang="it-IT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2669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24E1F01-7CBD-564D-33E7-3D3890E0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424" y="1786463"/>
            <a:ext cx="3382297" cy="32819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 b="1" i="0" kern="1200" dirty="0" err="1">
                <a:solidFill>
                  <a:schemeClr val="bg2"/>
                </a:solidFill>
                <a:latin typeface="+mj-lt"/>
                <a:ea typeface="+mj-ea"/>
                <a:cs typeface="+mj-cs"/>
              </a:rPr>
              <a:t>Interfaccia</a:t>
            </a:r>
            <a:r>
              <a:rPr lang="en-US" sz="4600" b="1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600" b="1" i="0" kern="1200" dirty="0" err="1">
                <a:solidFill>
                  <a:schemeClr val="bg2"/>
                </a:solidFill>
                <a:latin typeface="+mj-lt"/>
                <a:ea typeface="+mj-ea"/>
                <a:cs typeface="+mj-cs"/>
              </a:rPr>
              <a:t>Utente</a:t>
            </a:r>
            <a:r>
              <a:rPr lang="en-US" sz="4600" b="1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 (UI)</a:t>
            </a:r>
          </a:p>
        </p:txBody>
      </p:sp>
      <p:pic>
        <p:nvPicPr>
          <p:cNvPr id="5" name="Immagine 4" descr="Immagine che contiene testo, schermata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5ADD1853-3D6C-12D2-2F27-3F5DD51C8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318" y="1113063"/>
            <a:ext cx="5171796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657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867016A-C7A6-D19A-270F-044FFEAAC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66" y="1293482"/>
            <a:ext cx="10035037" cy="426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77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0EC0A-7800-B605-56C0-75A9089FD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30B870F-AD2B-4960-A146-712A43F0F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724E19-CD8F-426C-BE70-7049BA896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3" y="480060"/>
            <a:ext cx="4980094" cy="3927687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7" name="Immagine 6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FB93DE5C-BA96-57F1-284D-8E705C497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714" y="595694"/>
            <a:ext cx="2141995" cy="37578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661C5D2-8711-46AB-9AFC-243849E6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13658" y="480060"/>
            <a:ext cx="6101331" cy="1298484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C87F97-50F5-4D43-9B71-C1D6EBA8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4" y="4576875"/>
            <a:ext cx="4970189" cy="1812069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7B0291-482C-4D02-AEC6-85BE052BE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13658" y="1939412"/>
            <a:ext cx="6101331" cy="4449533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2" name="Immagine 1" descr="Immagine che contiene testo, schermata, software&#10;&#10;Il contenuto generato dall'IA potrebbe non essere corretto.">
            <a:extLst>
              <a:ext uri="{FF2B5EF4-FFF2-40B4-BE49-F238E27FC236}">
                <a16:creationId xmlns:a16="http://schemas.microsoft.com/office/drawing/2014/main" id="{CA1F1180-A027-257E-8A7F-AA11EE365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103" y="2108541"/>
            <a:ext cx="3314183" cy="411699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A2B1E85-1296-D2F4-C78C-9B75D41A3D50}"/>
              </a:ext>
            </a:extLst>
          </p:cNvPr>
          <p:cNvSpPr txBox="1"/>
          <p:nvPr/>
        </p:nvSpPr>
        <p:spPr>
          <a:xfrm>
            <a:off x="1201049" y="5048098"/>
            <a:ext cx="35221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/>
              <a:t>Inserimento auto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7EF51D1-A73C-D141-C547-74C22B915280}"/>
              </a:ext>
            </a:extLst>
          </p:cNvPr>
          <p:cNvSpPr txBox="1"/>
          <p:nvPr/>
        </p:nvSpPr>
        <p:spPr>
          <a:xfrm>
            <a:off x="7188469" y="836914"/>
            <a:ext cx="29514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/>
              <a:t>Modifica auto</a:t>
            </a:r>
          </a:p>
        </p:txBody>
      </p:sp>
    </p:spTree>
    <p:extLst>
      <p:ext uri="{BB962C8B-B14F-4D97-AF65-F5344CB8AC3E}">
        <p14:creationId xmlns:p14="http://schemas.microsoft.com/office/powerpoint/2010/main" val="69627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11ED5-3CA1-B5FD-29AC-E75E1A99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CC8D0D-6AAC-4ED3-CE7E-59E76B0D6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057" y="1284394"/>
            <a:ext cx="8923055" cy="428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3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A887E-33B1-8602-6D9E-41EF4ADD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43C9D59-1ECF-4D03-B39C-E1A7A0709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E45F7A-6C81-68D2-E3B9-46493C9C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3" y="480060"/>
            <a:ext cx="4980094" cy="3927687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5BC2EE-B92E-AC7F-B295-315272357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13658" y="480060"/>
            <a:ext cx="6101331" cy="1298484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5E6E99-855C-6711-EBF2-BCCC5F96A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4" y="4576875"/>
            <a:ext cx="4970189" cy="1812069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C6D3B3-6621-FC95-01CD-DE4F90A18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13658" y="1939412"/>
            <a:ext cx="6101331" cy="4449533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184D7D-27B9-D3BA-EB05-CCE88C4B9D08}"/>
              </a:ext>
            </a:extLst>
          </p:cNvPr>
          <p:cNvSpPr txBox="1"/>
          <p:nvPr/>
        </p:nvSpPr>
        <p:spPr>
          <a:xfrm>
            <a:off x="972478" y="5144251"/>
            <a:ext cx="4265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/>
              <a:t>Modifica recensione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74FC8F9-FC7D-B380-D040-7A4DC94FBC57}"/>
              </a:ext>
            </a:extLst>
          </p:cNvPr>
          <p:cNvSpPr txBox="1"/>
          <p:nvPr/>
        </p:nvSpPr>
        <p:spPr>
          <a:xfrm>
            <a:off x="6523223" y="836914"/>
            <a:ext cx="4281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/>
              <a:t>Visualizza recensioni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5817CAA-FCAA-EC82-A2B3-05898F2C7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140" y="643467"/>
            <a:ext cx="2584947" cy="359020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EFE99FF-47AA-DC0A-D17A-74D014A85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196" y="2108541"/>
            <a:ext cx="4599997" cy="411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89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434145-D949-10E9-6571-A3E193C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6" y="1038107"/>
            <a:ext cx="4224867" cy="706964"/>
          </a:xfrm>
        </p:spPr>
        <p:txBody>
          <a:bodyPr/>
          <a:lstStyle/>
          <a:p>
            <a:pPr algn="ctr"/>
            <a:r>
              <a:rPr lang="it-IT" b="1" dirty="0"/>
              <a:t>Operazioni CRUD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79B30B-A5CF-6569-2C4E-F8B88C512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9576" y="2680638"/>
            <a:ext cx="5609914" cy="1871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C </a:t>
            </a:r>
            <a:r>
              <a:rPr lang="it-IT" dirty="0"/>
              <a:t>→ aggiunta auto o recensione</a:t>
            </a:r>
          </a:p>
          <a:p>
            <a:pPr marL="0" indent="0">
              <a:buNone/>
            </a:pPr>
            <a:r>
              <a:rPr lang="it-IT" b="1" dirty="0"/>
              <a:t>R </a:t>
            </a:r>
            <a:r>
              <a:rPr lang="it-IT" dirty="0"/>
              <a:t>→ visualizzazione modelli, dettagli, recensioni</a:t>
            </a:r>
          </a:p>
          <a:p>
            <a:pPr marL="0" indent="0">
              <a:buNone/>
            </a:pPr>
            <a:r>
              <a:rPr lang="it-IT" b="1" dirty="0"/>
              <a:t>U </a:t>
            </a:r>
            <a:r>
              <a:rPr lang="it-IT" dirty="0"/>
              <a:t>→ modifica informazioni auto o recensioni</a:t>
            </a:r>
          </a:p>
          <a:p>
            <a:pPr marL="0" indent="0">
              <a:buNone/>
            </a:pPr>
            <a:r>
              <a:rPr lang="it-IT" b="1" dirty="0"/>
              <a:t>D </a:t>
            </a:r>
            <a:r>
              <a:rPr lang="it-IT" dirty="0"/>
              <a:t>→ rimozione auto o recensioni</a:t>
            </a:r>
          </a:p>
        </p:txBody>
      </p:sp>
      <p:pic>
        <p:nvPicPr>
          <p:cNvPr id="10" name="Immagine 9" descr="Immagine che contiene Carattere, logo, testo, design&#10;&#10;Il contenuto generato dall'IA potrebbe non essere corretto.">
            <a:extLst>
              <a:ext uri="{FF2B5EF4-FFF2-40B4-BE49-F238E27FC236}">
                <a16:creationId xmlns:a16="http://schemas.microsoft.com/office/drawing/2014/main" id="{A2993692-73CF-DC7F-8F5C-851474FDC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273" y="4551772"/>
            <a:ext cx="7210520" cy="219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14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3BC003-D6B7-4BF0-937D-4A015F6DE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027"/>
            <a:ext cx="12192000" cy="6867027"/>
            <a:chOff x="0" y="-2373"/>
            <a:chExt cx="12192000" cy="686702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03268C-2C5A-4507-9244-86102327B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9F7113-C588-46FB-ADDE-55CEC5981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6481A55-E6DE-4B8B-9847-0230D12F7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52FD8DB-2F6F-462A-9BF4-1E26C9332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52543D-8290-40DE-990A-27CC1992A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CC693B-FBF3-45DD-849C-AC1B1B290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6515BC8-A1CA-4EB4-81D8-6A891458F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94608" y="402165"/>
              <a:ext cx="6574058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ED9E2ADE-2C74-4E7D-8701-6AE23ABD4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7EBD6DC-7188-4268-9886-6535F41A6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493CCA32-0C37-4525-8FFC-D62C5EEFB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517A773D-3C12-12E2-86CB-5899D26E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3133726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300" b="1" dirty="0"/>
              <a:t>Operazione di JOIN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42D0D3-DD89-FDAF-F9D3-2F39EB89B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933" y="2303780"/>
            <a:ext cx="3133726" cy="3898900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Associare a ogni recensione i dati del veicolo recensito (make, model, year)</a:t>
            </a:r>
          </a:p>
          <a:p>
            <a:r>
              <a:rPr lang="it-IT" dirty="0">
                <a:solidFill>
                  <a:schemeClr val="bg1"/>
                </a:solidFill>
              </a:rPr>
              <a:t>Visualizzare le recensioni raggruppate per marca.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580F539-9918-72D8-E7C6-5CEF6C182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607" y="1895032"/>
            <a:ext cx="6391533" cy="306793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014FF2D-4863-43AA-82A7-958E9F743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9328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CB35-B2AC-1C16-B805-BADAE336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4F8989B5-9CB1-3707-C5E2-140FB2A87269}"/>
              </a:ext>
            </a:extLst>
          </p:cNvPr>
          <p:cNvSpPr txBox="1">
            <a:spLocks/>
          </p:cNvSpPr>
          <p:nvPr/>
        </p:nvSpPr>
        <p:spPr>
          <a:xfrm>
            <a:off x="0" y="1031070"/>
            <a:ext cx="12191999" cy="8912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it-IT" b="1" dirty="0">
                <a:solidFill>
                  <a:schemeClr val="bg1"/>
                </a:solidFill>
              </a:rPr>
              <a:t>Aspetti teorici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E01AA49F-A201-48DE-59B1-2CE7AF62C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366" y="4086206"/>
            <a:ext cx="2363009" cy="2351194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EB074F-E9D3-6072-4806-DEECE4D7297C}"/>
              </a:ext>
            </a:extLst>
          </p:cNvPr>
          <p:cNvSpPr txBox="1"/>
          <p:nvPr/>
        </p:nvSpPr>
        <p:spPr>
          <a:xfrm>
            <a:off x="920052" y="2249782"/>
            <a:ext cx="470933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Teorema CAP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Il sistema garantisce: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5793"/>
              </a:buClr>
              <a:buSzTx/>
              <a:buFont typeface="Century Gothic" panose="020B0502020202020204" pitchFamily="34" charset="0"/>
              <a:buChar char="►"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 (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Availability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): il sistema è sempre accessibile.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5793"/>
              </a:buClr>
              <a:buSzTx/>
              <a:buFont typeface="Century Gothic" panose="020B0502020202020204" pitchFamily="34" charset="0"/>
              <a:buChar char="►"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 (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Partition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Tolerance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): resta operativo anche in caso di rete instabile.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Sacrifica C (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Consistency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): i dati possono non essere subito sincronizzati su tutti i nodi.</a:t>
            </a:r>
          </a:p>
          <a:p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B9E77D3-E48E-8A3E-172E-AA6A93BB4967}"/>
              </a:ext>
            </a:extLst>
          </p:cNvPr>
          <p:cNvSpPr txBox="1"/>
          <p:nvPr/>
        </p:nvSpPr>
        <p:spPr>
          <a:xfrm>
            <a:off x="6289733" y="3790050"/>
            <a:ext cx="483543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 3" charset="2"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Proprietà BASE: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5793"/>
              </a:buClr>
              <a:buSzTx/>
              <a:buFont typeface="Century Gothic" panose="020B0502020202020204" pitchFamily="34" charset="0"/>
              <a:buChar char="►"/>
              <a:tabLst/>
              <a:defRPr/>
            </a:pP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Basically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Available: il sistema risponde sempre alle richieste.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5793"/>
              </a:buClr>
              <a:buSzTx/>
              <a:buFont typeface="Century Gothic" panose="020B0502020202020204" pitchFamily="34" charset="0"/>
              <a:buChar char="►"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Soft State: lo stato del DB può cambiare nel tempo senza input esterni.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5793"/>
              </a:buClr>
              <a:buSzTx/>
              <a:buFont typeface="Century Gothic" panose="020B0502020202020204" pitchFamily="34" charset="0"/>
              <a:buChar char="►"/>
              <a:tabLst/>
              <a:defRPr/>
            </a:pP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Eventual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Consistency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 i dati diventano consistenti col tempo.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 3" charset="2"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MongoDB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adotta il modello BASE → priorità a disponibilità e flessibilità rispetto alla consistenza immediata.</a:t>
            </a:r>
          </a:p>
          <a:p>
            <a:endParaRPr lang="it-IT" dirty="0"/>
          </a:p>
        </p:txBody>
      </p:sp>
      <p:pic>
        <p:nvPicPr>
          <p:cNvPr id="22" name="Immagine 21" descr="Immagine che contiene Carattere, log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EB9628ED-C7E7-E69B-8E7F-1F9E51D3C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3429" y1="46000" x2="23429" y2="46000"/>
                        <a14:foregroundMark x1="23714" y1="53429" x2="23714" y2="53429"/>
                        <a14:foregroundMark x1="24143" y1="59714" x2="24143" y2="59714"/>
                        <a14:foregroundMark x1="34000" y1="37714" x2="34000" y2="37714"/>
                        <a14:foregroundMark x1="45714" y1="45143" x2="45714" y2="45143"/>
                        <a14:foregroundMark x1="54429" y1="41714" x2="54429" y2="41714"/>
                        <a14:foregroundMark x1="65286" y1="41714" x2="65286" y2="41714"/>
                        <a14:foregroundMark x1="77429" y1="41143" x2="77429" y2="41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089" y="2249782"/>
            <a:ext cx="3460721" cy="173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31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7B50C-BA86-4F51-A3E5-EE1354FCE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E7DC5BDA-5569-44D1-B022-C75E74FC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95F0876-4542-15F9-1E1D-AFD64E5D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2" y="1108676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rgbClr val="FFFFFF"/>
                </a:solidFill>
              </a:rPr>
              <a:t>Requisiti del progetto: soddisfatti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125878-85CE-4A00-BA94-36987E341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C176718B-EFD2-DC37-19FF-C43D84695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308410"/>
              </p:ext>
            </p:extLst>
          </p:nvPr>
        </p:nvGraphicFramePr>
        <p:xfrm>
          <a:off x="2125133" y="2513505"/>
          <a:ext cx="7941733" cy="2998422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5470903">
                  <a:extLst>
                    <a:ext uri="{9D8B030D-6E8A-4147-A177-3AD203B41FA5}">
                      <a16:colId xmlns:a16="http://schemas.microsoft.com/office/drawing/2014/main" val="4085817729"/>
                    </a:ext>
                  </a:extLst>
                </a:gridCol>
                <a:gridCol w="2470830">
                  <a:extLst>
                    <a:ext uri="{9D8B030D-6E8A-4147-A177-3AD203B41FA5}">
                      <a16:colId xmlns:a16="http://schemas.microsoft.com/office/drawing/2014/main" val="403481152"/>
                    </a:ext>
                  </a:extLst>
                </a:gridCol>
              </a:tblGrid>
              <a:tr h="499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b="1" dirty="0"/>
                        <a:t>Requisito</a:t>
                      </a:r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2000" b="1" dirty="0"/>
                        <a:t>Soddisfatto?</a:t>
                      </a:r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715022"/>
                  </a:ext>
                </a:extLst>
              </a:tr>
              <a:tr h="499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Uso di </a:t>
                      </a:r>
                      <a:r>
                        <a:rPr lang="it-IT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dataset reali</a:t>
                      </a:r>
                      <a:endParaRPr lang="it-IT" sz="2000" dirty="0"/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dirty="0"/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2848120"/>
                  </a:ext>
                </a:extLst>
              </a:tr>
              <a:tr h="499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dirty="0"/>
                        <a:t>CRUD</a:t>
                      </a:r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dirty="0"/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8129394"/>
                  </a:ext>
                </a:extLst>
              </a:tr>
              <a:tr h="499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/>
                        <a:t>JOIN</a:t>
                      </a:r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dirty="0"/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9275429"/>
                  </a:ext>
                </a:extLst>
              </a:tr>
              <a:tr h="499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/>
                        <a:t>UI</a:t>
                      </a:r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dirty="0"/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733763"/>
                  </a:ext>
                </a:extLst>
              </a:tr>
              <a:tr h="499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/>
                        <a:t>BASE/CAP</a:t>
                      </a:r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2000" dirty="0"/>
                    </a:p>
                  </a:txBody>
                  <a:tcPr marL="127331" marR="127331" marT="63666" marB="636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9081441"/>
                  </a:ext>
                </a:extLst>
              </a:tr>
            </a:tbl>
          </a:graphicData>
        </a:graphic>
      </p:graphicFrame>
      <p:pic>
        <p:nvPicPr>
          <p:cNvPr id="7" name="Elemento grafico 6" descr="Casella di controllo selezionata contorno">
            <a:extLst>
              <a:ext uri="{FF2B5EF4-FFF2-40B4-BE49-F238E27FC236}">
                <a16:creationId xmlns:a16="http://schemas.microsoft.com/office/drawing/2014/main" id="{35742790-F304-891A-180B-F7E7525AB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2792" y="2892299"/>
            <a:ext cx="414769" cy="414769"/>
          </a:xfrm>
          <a:prstGeom prst="rect">
            <a:avLst/>
          </a:prstGeom>
        </p:spPr>
      </p:pic>
      <p:pic>
        <p:nvPicPr>
          <p:cNvPr id="8" name="Elemento grafico 7" descr="Casella di controllo selezionata contorno">
            <a:extLst>
              <a:ext uri="{FF2B5EF4-FFF2-40B4-BE49-F238E27FC236}">
                <a16:creationId xmlns:a16="http://schemas.microsoft.com/office/drawing/2014/main" id="{B8106C96-9C03-BD1F-12B3-91AE07F63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2788" y="3462791"/>
            <a:ext cx="414769" cy="414769"/>
          </a:xfrm>
          <a:prstGeom prst="rect">
            <a:avLst/>
          </a:prstGeom>
        </p:spPr>
      </p:pic>
      <p:pic>
        <p:nvPicPr>
          <p:cNvPr id="10" name="Elemento grafico 9" descr="Casella di controllo selezionata contorno">
            <a:extLst>
              <a:ext uri="{FF2B5EF4-FFF2-40B4-BE49-F238E27FC236}">
                <a16:creationId xmlns:a16="http://schemas.microsoft.com/office/drawing/2014/main" id="{E57B95F6-3912-1A34-1A99-05DE3104D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2788" y="4012716"/>
            <a:ext cx="414769" cy="414769"/>
          </a:xfrm>
          <a:prstGeom prst="rect">
            <a:avLst/>
          </a:prstGeom>
        </p:spPr>
      </p:pic>
      <p:pic>
        <p:nvPicPr>
          <p:cNvPr id="12" name="Elemento grafico 11" descr="Casella di controllo selezionata contorno">
            <a:extLst>
              <a:ext uri="{FF2B5EF4-FFF2-40B4-BE49-F238E27FC236}">
                <a16:creationId xmlns:a16="http://schemas.microsoft.com/office/drawing/2014/main" id="{91FE1487-083B-4529-1AFF-0606F14D0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2790" y="4572578"/>
            <a:ext cx="414769" cy="414769"/>
          </a:xfrm>
          <a:prstGeom prst="rect">
            <a:avLst/>
          </a:prstGeom>
        </p:spPr>
      </p:pic>
      <p:pic>
        <p:nvPicPr>
          <p:cNvPr id="14" name="Elemento grafico 13" descr="Casella di controllo selezionata contorno">
            <a:extLst>
              <a:ext uri="{FF2B5EF4-FFF2-40B4-BE49-F238E27FC236}">
                <a16:creationId xmlns:a16="http://schemas.microsoft.com/office/drawing/2014/main" id="{57917536-33AF-4332-2674-88F2AC77E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2790" y="5097158"/>
            <a:ext cx="414769" cy="41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67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21E95D-2298-7192-FC3A-2CED42FC22B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06438"/>
          </a:xfrm>
        </p:spPr>
        <p:txBody>
          <a:bodyPr/>
          <a:lstStyle/>
          <a:p>
            <a:pPr algn="ctr"/>
            <a:r>
              <a:rPr lang="it-IT" b="1" dirty="0">
                <a:solidFill>
                  <a:schemeClr val="tx2">
                    <a:lumMod val="50000"/>
                  </a:schemeClr>
                </a:solidFill>
              </a:rPr>
              <a:t>Esecuzione del progetto</a:t>
            </a:r>
          </a:p>
        </p:txBody>
      </p:sp>
      <p:pic>
        <p:nvPicPr>
          <p:cNvPr id="8" name="screen-recording_1_">
            <a:hlinkClick r:id="" action="ppaction://media"/>
            <a:extLst>
              <a:ext uri="{FF2B5EF4-FFF2-40B4-BE49-F238E27FC236}">
                <a16:creationId xmlns:a16="http://schemas.microsoft.com/office/drawing/2014/main" id="{7E49186C-40E6-9097-E76B-F1FBC43D78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b="4213"/>
          <a:stretch>
            <a:fillRect/>
          </a:stretch>
        </p:blipFill>
        <p:spPr>
          <a:xfrm>
            <a:off x="580733" y="782637"/>
            <a:ext cx="11030533" cy="594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58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14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51C93B6-84CB-32AE-C530-E59917D0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331" y="2083710"/>
            <a:ext cx="5456181" cy="1643535"/>
          </a:xfrm>
        </p:spPr>
        <p:txBody>
          <a:bodyPr anchor="ctr">
            <a:normAutofit/>
          </a:bodyPr>
          <a:lstStyle/>
          <a:p>
            <a:r>
              <a:rPr lang="it-IT" b="1" dirty="0">
                <a:solidFill>
                  <a:schemeClr val="tx1"/>
                </a:solidFill>
              </a:rPr>
              <a:t>Grazie per l’attenzione!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7E0FA8-BB8F-A15E-DB43-6C4FC4E09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082" y="3469874"/>
            <a:ext cx="5302189" cy="1643535"/>
          </a:xfrm>
        </p:spPr>
        <p:txBody>
          <a:bodyPr anchor="ctr">
            <a:normAutofit/>
          </a:bodyPr>
          <a:lstStyle/>
          <a:p>
            <a:r>
              <a:rPr lang="it-IT" dirty="0">
                <a:solidFill>
                  <a:schemeClr val="tx1"/>
                </a:solidFill>
              </a:rPr>
              <a:t>Costantino Paciello</a:t>
            </a:r>
          </a:p>
          <a:p>
            <a:r>
              <a:rPr lang="it-IT" dirty="0">
                <a:solidFill>
                  <a:schemeClr val="tx1"/>
                </a:solidFill>
              </a:rPr>
              <a:t>Andrea Salurso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stella, silhouette, creatività&#10;&#10;Il contenuto generato dall'IA potrebbe non essere corretto.">
            <a:extLst>
              <a:ext uri="{FF2B5EF4-FFF2-40B4-BE49-F238E27FC236}">
                <a16:creationId xmlns:a16="http://schemas.microsoft.com/office/drawing/2014/main" id="{028E7B15-C3AF-5C18-27DF-010BC3B6E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099" y="2226141"/>
            <a:ext cx="2504828" cy="1671973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6" name="Immagine 5" descr="Immagine che contiene schizzo, disegno, Line art, clipart&#10;&#10;Il contenuto generato dall'IA potrebbe non essere corretto.">
            <a:extLst>
              <a:ext uri="{FF2B5EF4-FFF2-40B4-BE49-F238E27FC236}">
                <a16:creationId xmlns:a16="http://schemas.microsoft.com/office/drawing/2014/main" id="{05F2E2BB-49BA-CBA6-24C7-BF9A66DBA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591" y="3630154"/>
            <a:ext cx="2699464" cy="82795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AA65B25-A6D0-65F6-37BA-0B1B977826FD}"/>
              </a:ext>
            </a:extLst>
          </p:cNvPr>
          <p:cNvSpPr txBox="1"/>
          <p:nvPr/>
        </p:nvSpPr>
        <p:spPr>
          <a:xfrm>
            <a:off x="5220403" y="33579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hlinkClick r:id="rId4"/>
              </a:rPr>
              <a:t>https://github.com/cost-02/ProgettoBD2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2E9F50CA-9247-4E27-2556-2B030EAB7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082" y="3357914"/>
            <a:ext cx="369331" cy="36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820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iunioni ione">
  <a:themeElements>
    <a:clrScheme name="Personalizzato 3">
      <a:dk1>
        <a:sysClr val="windowText" lastClr="000000"/>
      </a:dk1>
      <a:lt1>
        <a:sysClr val="window" lastClr="FFFFFF"/>
      </a:lt1>
      <a:dk2>
        <a:srgbClr val="1B3A7E"/>
      </a:dk2>
      <a:lt2>
        <a:srgbClr val="EAE5EB"/>
      </a:lt2>
      <a:accent1>
        <a:srgbClr val="1E428D"/>
      </a:accent1>
      <a:accent2>
        <a:srgbClr val="9BB4E9"/>
      </a:accent2>
      <a:accent3>
        <a:srgbClr val="755DD9"/>
      </a:accent3>
      <a:accent4>
        <a:srgbClr val="665EB8"/>
      </a:accent4>
      <a:accent5>
        <a:srgbClr val="0E5F9C"/>
      </a:accent5>
      <a:accent6>
        <a:srgbClr val="2958BD"/>
      </a:accent6>
      <a:hlink>
        <a:srgbClr val="00398F"/>
      </a:hlink>
      <a:folHlink>
        <a:srgbClr val="666699"/>
      </a:folHlink>
    </a:clrScheme>
    <a:fontScheme name="Riunioni 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unioni 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3B863F8-2B9E-4E4B-80B1-59FFDB512AA2}">
  <we:reference id="wa200005566" version="3.0.0.3" store="it-IT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348</TotalTime>
  <Words>491</Words>
  <Application>Microsoft Office PowerPoint</Application>
  <PresentationFormat>Widescreen</PresentationFormat>
  <Paragraphs>75</Paragraphs>
  <Slides>17</Slides>
  <Notes>2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Aptos</vt:lpstr>
      <vt:lpstr>Arial</vt:lpstr>
      <vt:lpstr>Century Gothic</vt:lpstr>
      <vt:lpstr>Wingdings 3</vt:lpstr>
      <vt:lpstr>Riunioni ione</vt:lpstr>
      <vt:lpstr>Car Reviews</vt:lpstr>
      <vt:lpstr>Obiettivo del progetto</vt:lpstr>
      <vt:lpstr>Dataset utilizzati</vt:lpstr>
      <vt:lpstr>Pulizia e Integrazione dei Dataset</vt:lpstr>
      <vt:lpstr>Struttura del database MongoDB</vt:lpstr>
      <vt:lpstr>Architettura dell’applicazione</vt:lpstr>
      <vt:lpstr>Interfaccia Utente (UI)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Operazioni CRUD</vt:lpstr>
      <vt:lpstr>Operazione di JOIN</vt:lpstr>
      <vt:lpstr>Presentazione standard di PowerPoint</vt:lpstr>
      <vt:lpstr>Requisiti del progetto: soddisfatti</vt:lpstr>
      <vt:lpstr>Esecuzione del progetto</vt:lpstr>
      <vt:lpstr>Grazie per l’attenzione!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Costantino Paciello</dc:creator>
  <cp:lastModifiedBy>Costantino</cp:lastModifiedBy>
  <cp:revision>6</cp:revision>
  <dcterms:created xsi:type="dcterms:W3CDTF">2025-07-23T07:06:36Z</dcterms:created>
  <dcterms:modified xsi:type="dcterms:W3CDTF">2025-07-25T10:56:57Z</dcterms:modified>
</cp:coreProperties>
</file>